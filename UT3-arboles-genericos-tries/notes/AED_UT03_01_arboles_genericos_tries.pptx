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omments/modernComment_103_F788C565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4"/>
  </p:sldMasterIdLst>
  <p:notesMasterIdLst>
    <p:notesMasterId r:id="rId64"/>
  </p:notesMasterIdLst>
  <p:sldIdLst>
    <p:sldId id="256" r:id="rId5"/>
    <p:sldId id="259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16" r:id="rId29"/>
    <p:sldId id="317" r:id="rId30"/>
    <p:sldId id="318" r:id="rId31"/>
    <p:sldId id="319" r:id="rId32"/>
    <p:sldId id="320" r:id="rId33"/>
    <p:sldId id="321" r:id="rId34"/>
    <p:sldId id="323" r:id="rId35"/>
    <p:sldId id="324" r:id="rId36"/>
    <p:sldId id="322" r:id="rId37"/>
    <p:sldId id="325" r:id="rId38"/>
    <p:sldId id="326" r:id="rId39"/>
    <p:sldId id="327" r:id="rId40"/>
    <p:sldId id="328" r:id="rId41"/>
    <p:sldId id="329" r:id="rId42"/>
    <p:sldId id="330" r:id="rId43"/>
    <p:sldId id="331" r:id="rId44"/>
    <p:sldId id="332" r:id="rId45"/>
    <p:sldId id="333" r:id="rId46"/>
    <p:sldId id="334" r:id="rId47"/>
    <p:sldId id="335" r:id="rId48"/>
    <p:sldId id="336" r:id="rId49"/>
    <p:sldId id="337" r:id="rId50"/>
    <p:sldId id="338" r:id="rId51"/>
    <p:sldId id="339" r:id="rId52"/>
    <p:sldId id="341" r:id="rId53"/>
    <p:sldId id="340" r:id="rId54"/>
    <p:sldId id="342" r:id="rId55"/>
    <p:sldId id="343" r:id="rId56"/>
    <p:sldId id="344" r:id="rId57"/>
    <p:sldId id="345" r:id="rId58"/>
    <p:sldId id="346" r:id="rId59"/>
    <p:sldId id="347" r:id="rId60"/>
    <p:sldId id="348" r:id="rId61"/>
    <p:sldId id="349" r:id="rId62"/>
    <p:sldId id="350" r:id="rId6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A95CB25-E78C-526E-6C43-EDB8F2C4E55A}" name="MATIAS CABRERA" initials="MC" userId="S::matias.cabrera@correo.ucu.edu.uy::ab2b0b0b-f5c1-4fa7-b12a-c4562ff9ba3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09F7"/>
    <a:srgbClr val="FFFFFF"/>
    <a:srgbClr val="F1CEE0"/>
    <a:srgbClr val="AABDE2"/>
    <a:srgbClr val="DFA1CA"/>
    <a:srgbClr val="8366A2"/>
    <a:srgbClr val="274177"/>
    <a:srgbClr val="EFD0E5"/>
    <a:srgbClr val="F5D9D3"/>
    <a:srgbClr val="05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A77E5C-54A7-7250-ABAA-0CD07E2C2D94}" v="3" dt="2026-04-30T22:30:47.3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notesMaster" Target="notesMasters/notesMaster1.xml"/><Relationship Id="rId69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ELA GUÉDEZ" userId="S::manuela.guedezl@ucu.edu.uy::da3020a1-21c2-45c2-9515-655c073fd350" providerId="AD" clId="Web-{F084149D-9C1A-98C4-1B76-CFF0C3F8611F}"/>
    <pc:docChg chg="modSld">
      <pc:chgData name="MANUELA GUÉDEZ" userId="S::manuela.guedezl@ucu.edu.uy::da3020a1-21c2-45c2-9515-655c073fd350" providerId="AD" clId="Web-{F084149D-9C1A-98C4-1B76-CFF0C3F8611F}" dt="2026-04-13T13:32:43.757" v="30" actId="20577"/>
      <pc:docMkLst>
        <pc:docMk/>
      </pc:docMkLst>
    </pc:docChg>
  </pc:docChgLst>
  <pc:docChgLst>
    <pc:chgData name="MATIAS CABRERA" userId="S::matias.cabrera@correo.ucu.edu.uy::ab2b0b0b-f5c1-4fa7-b12a-c4562ff9ba33" providerId="AD" clId="Web-{3F833736-B8BB-5D33-F071-8E1031A03BAC}"/>
    <pc:docChg chg="addSld delSld modSld">
      <pc:chgData name="MATIAS CABRERA" userId="S::matias.cabrera@correo.ucu.edu.uy::ab2b0b0b-f5c1-4fa7-b12a-c4562ff9ba33" providerId="AD" clId="Web-{3F833736-B8BB-5D33-F071-8E1031A03BAC}" dt="2026-04-27T06:17:15.599" v="24" actId="20577"/>
      <pc:docMkLst>
        <pc:docMk/>
      </pc:docMkLst>
      <pc:sldChg chg="modSp">
        <pc:chgData name="MATIAS CABRERA" userId="S::matias.cabrera@correo.ucu.edu.uy::ab2b0b0b-f5c1-4fa7-b12a-c4562ff9ba33" providerId="AD" clId="Web-{3F833736-B8BB-5D33-F071-8E1031A03BAC}" dt="2026-04-27T06:16:07.611" v="1" actId="20577"/>
        <pc:sldMkLst>
          <pc:docMk/>
          <pc:sldMk cId="3253997571" sldId="342"/>
        </pc:sldMkLst>
        <pc:spChg chg="mod">
          <ac:chgData name="MATIAS CABRERA" userId="S::matias.cabrera@correo.ucu.edu.uy::ab2b0b0b-f5c1-4fa7-b12a-c4562ff9ba33" providerId="AD" clId="Web-{3F833736-B8BB-5D33-F071-8E1031A03BAC}" dt="2026-04-27T06:15:59.001" v="0" actId="1076"/>
          <ac:spMkLst>
            <pc:docMk/>
            <pc:sldMk cId="3253997571" sldId="342"/>
            <ac:spMk id="3" creationId="{5DC75251-9063-6F5A-E0C5-B5186C9069A3}"/>
          </ac:spMkLst>
        </pc:spChg>
        <pc:spChg chg="mod">
          <ac:chgData name="MATIAS CABRERA" userId="S::matias.cabrera@correo.ucu.edu.uy::ab2b0b0b-f5c1-4fa7-b12a-c4562ff9ba33" providerId="AD" clId="Web-{3F833736-B8BB-5D33-F071-8E1031A03BAC}" dt="2026-04-27T06:16:07.611" v="1" actId="20577"/>
          <ac:spMkLst>
            <pc:docMk/>
            <pc:sldMk cId="3253997571" sldId="342"/>
            <ac:spMk id="7" creationId="{729F52F0-1363-040E-B5C9-92CDEAF9CD0A}"/>
          </ac:spMkLst>
        </pc:spChg>
      </pc:sldChg>
      <pc:sldChg chg="addSp delSp modSp add replId">
        <pc:chgData name="MATIAS CABRERA" userId="S::matias.cabrera@correo.ucu.edu.uy::ab2b0b0b-f5c1-4fa7-b12a-c4562ff9ba33" providerId="AD" clId="Web-{3F833736-B8BB-5D33-F071-8E1031A03BAC}" dt="2026-04-27T06:17:15.599" v="24" actId="20577"/>
        <pc:sldMkLst>
          <pc:docMk/>
          <pc:sldMk cId="792489725" sldId="343"/>
        </pc:sldMkLst>
        <pc:spChg chg="add mod">
          <ac:chgData name="MATIAS CABRERA" userId="S::matias.cabrera@correo.ucu.edu.uy::ab2b0b0b-f5c1-4fa7-b12a-c4562ff9ba33" providerId="AD" clId="Web-{3F833736-B8BB-5D33-F071-8E1031A03BAC}" dt="2026-04-27T06:16:50.113" v="9" actId="1076"/>
          <ac:spMkLst>
            <pc:docMk/>
            <pc:sldMk cId="792489725" sldId="343"/>
            <ac:spMk id="4" creationId="{10535F80-C54E-CEB7-2E6D-430546F1328D}"/>
          </ac:spMkLst>
        </pc:spChg>
        <pc:spChg chg="add mod">
          <ac:chgData name="MATIAS CABRERA" userId="S::matias.cabrera@correo.ucu.edu.uy::ab2b0b0b-f5c1-4fa7-b12a-c4562ff9ba33" providerId="AD" clId="Web-{3F833736-B8BB-5D33-F071-8E1031A03BAC}" dt="2026-04-27T06:16:50.113" v="10" actId="1076"/>
          <ac:spMkLst>
            <pc:docMk/>
            <pc:sldMk cId="792489725" sldId="343"/>
            <ac:spMk id="5" creationId="{7BBE68A0-5B44-27FF-B0E6-9627DF68BA26}"/>
          </ac:spMkLst>
        </pc:spChg>
        <pc:spChg chg="add mod">
          <ac:chgData name="MATIAS CABRERA" userId="S::matias.cabrera@correo.ucu.edu.uy::ab2b0b0b-f5c1-4fa7-b12a-c4562ff9ba33" providerId="AD" clId="Web-{3F833736-B8BB-5D33-F071-8E1031A03BAC}" dt="2026-04-27T06:16:50.129" v="11" actId="1076"/>
          <ac:spMkLst>
            <pc:docMk/>
            <pc:sldMk cId="792489725" sldId="343"/>
            <ac:spMk id="6" creationId="{98F79F88-37B0-5564-7A65-3379B59472D1}"/>
          </ac:spMkLst>
        </pc:spChg>
        <pc:spChg chg="mod">
          <ac:chgData name="MATIAS CABRERA" userId="S::matias.cabrera@correo.ucu.edu.uy::ab2b0b0b-f5c1-4fa7-b12a-c4562ff9ba33" providerId="AD" clId="Web-{3F833736-B8BB-5D33-F071-8E1031A03BAC}" dt="2026-04-27T06:16:32.440" v="5" actId="20577"/>
          <ac:spMkLst>
            <pc:docMk/>
            <pc:sldMk cId="792489725" sldId="343"/>
            <ac:spMk id="7" creationId="{8817BF02-B1BB-8E12-7958-551D1F852F94}"/>
          </ac:spMkLst>
        </pc:spChg>
        <pc:spChg chg="add mod">
          <ac:chgData name="MATIAS CABRERA" userId="S::matias.cabrera@correo.ucu.edu.uy::ab2b0b0b-f5c1-4fa7-b12a-c4562ff9ba33" providerId="AD" clId="Web-{3F833736-B8BB-5D33-F071-8E1031A03BAC}" dt="2026-04-27T06:16:50.129" v="12" actId="1076"/>
          <ac:spMkLst>
            <pc:docMk/>
            <pc:sldMk cId="792489725" sldId="343"/>
            <ac:spMk id="8" creationId="{1EE3197C-9D69-F184-DBF2-C90F9E24E72F}"/>
          </ac:spMkLst>
        </pc:spChg>
        <pc:spChg chg="add mod">
          <ac:chgData name="MATIAS CABRERA" userId="S::matias.cabrera@correo.ucu.edu.uy::ab2b0b0b-f5c1-4fa7-b12a-c4562ff9ba33" providerId="AD" clId="Web-{3F833736-B8BB-5D33-F071-8E1031A03BAC}" dt="2026-04-27T06:16:50.129" v="13" actId="1076"/>
          <ac:spMkLst>
            <pc:docMk/>
            <pc:sldMk cId="792489725" sldId="343"/>
            <ac:spMk id="9" creationId="{7CF7233E-4FDD-FDE6-CF60-43783F99C782}"/>
          </ac:spMkLst>
        </pc:spChg>
        <pc:spChg chg="add mod">
          <ac:chgData name="MATIAS CABRERA" userId="S::matias.cabrera@correo.ucu.edu.uy::ab2b0b0b-f5c1-4fa7-b12a-c4562ff9ba33" providerId="AD" clId="Web-{3F833736-B8BB-5D33-F071-8E1031A03BAC}" dt="2026-04-27T06:16:50.144" v="14" actId="1076"/>
          <ac:spMkLst>
            <pc:docMk/>
            <pc:sldMk cId="792489725" sldId="343"/>
            <ac:spMk id="10" creationId="{87ED1FBB-065C-856D-9FB1-875582838353}"/>
          </ac:spMkLst>
        </pc:spChg>
        <pc:spChg chg="add mod">
          <ac:chgData name="MATIAS CABRERA" userId="S::matias.cabrera@correo.ucu.edu.uy::ab2b0b0b-f5c1-4fa7-b12a-c4562ff9ba33" providerId="AD" clId="Web-{3F833736-B8BB-5D33-F071-8E1031A03BAC}" dt="2026-04-27T06:16:50.144" v="15" actId="1076"/>
          <ac:spMkLst>
            <pc:docMk/>
            <pc:sldMk cId="792489725" sldId="343"/>
            <ac:spMk id="11" creationId="{46C998ED-07E0-E8D1-A06B-D2AE299902B5}"/>
          </ac:spMkLst>
        </pc:spChg>
        <pc:spChg chg="add mod">
          <ac:chgData name="MATIAS CABRERA" userId="S::matias.cabrera@correo.ucu.edu.uy::ab2b0b0b-f5c1-4fa7-b12a-c4562ff9ba33" providerId="AD" clId="Web-{3F833736-B8BB-5D33-F071-8E1031A03BAC}" dt="2026-04-27T06:17:15.599" v="24" actId="20577"/>
          <ac:spMkLst>
            <pc:docMk/>
            <pc:sldMk cId="792489725" sldId="343"/>
            <ac:spMk id="13" creationId="{152D3D53-E50E-94E0-84C1-900C7E650197}"/>
          </ac:spMkLst>
        </pc:spChg>
        <pc:picChg chg="add mod">
          <ac:chgData name="MATIAS CABRERA" userId="S::matias.cabrera@correo.ucu.edu.uy::ab2b0b0b-f5c1-4fa7-b12a-c4562ff9ba33" providerId="AD" clId="Web-{3F833736-B8BB-5D33-F071-8E1031A03BAC}" dt="2026-04-27T06:16:50.098" v="8" actId="1076"/>
          <ac:picMkLst>
            <pc:docMk/>
            <pc:sldMk cId="792489725" sldId="343"/>
            <ac:picMk id="2" creationId="{C08E5C8C-AEEA-8222-695E-1C8EBAFD32FF}"/>
          </ac:picMkLst>
        </pc:picChg>
      </pc:sldChg>
    </pc:docChg>
  </pc:docChgLst>
  <pc:docChgLst>
    <pc:chgData name="FIORELLA CRAVERO" userId="S::fiorella.cravero@ucu.edu.uy::b60b54a9-2c72-4236-9d40-d92dfbe5034c" providerId="AD" clId="Web-{EB088ED1-E0F6-5EDB-ECDE-E9F5AC90B17B}"/>
    <pc:docChg chg="addSld modSld">
      <pc:chgData name="FIORELLA CRAVERO" userId="S::fiorella.cravero@ucu.edu.uy::b60b54a9-2c72-4236-9d40-d92dfbe5034c" providerId="AD" clId="Web-{EB088ED1-E0F6-5EDB-ECDE-E9F5AC90B17B}" dt="2026-04-13T01:57:32.153" v="19" actId="20577"/>
      <pc:docMkLst>
        <pc:docMk/>
      </pc:docMkLst>
    </pc:docChg>
  </pc:docChgLst>
  <pc:docChgLst>
    <pc:chgData name="MATIAS CABRERA" userId="S::matias.cabrera@correo.ucu.edu.uy::ab2b0b0b-f5c1-4fa7-b12a-c4562ff9ba33" providerId="AD" clId="Web-{D17BE754-5848-45A9-C93F-75BF14A6BDB4}"/>
    <pc:docChg chg="addSld delSld modSld sldOrd">
      <pc:chgData name="MATIAS CABRERA" userId="S::matias.cabrera@correo.ucu.edu.uy::ab2b0b0b-f5c1-4fa7-b12a-c4562ff9ba33" providerId="AD" clId="Web-{D17BE754-5848-45A9-C93F-75BF14A6BDB4}" dt="2026-04-27T05:29:12.874" v="1791"/>
      <pc:docMkLst>
        <pc:docMk/>
      </pc:docMkLst>
      <pc:sldChg chg="delSp modSp">
        <pc:chgData name="MATIAS CABRERA" userId="S::matias.cabrera@correo.ucu.edu.uy::ab2b0b0b-f5c1-4fa7-b12a-c4562ff9ba33" providerId="AD" clId="Web-{D17BE754-5848-45A9-C93F-75BF14A6BDB4}" dt="2026-04-27T02:50:32.265" v="4" actId="20577"/>
        <pc:sldMkLst>
          <pc:docMk/>
          <pc:sldMk cId="4152935781" sldId="259"/>
        </pc:sldMkLst>
        <pc:spChg chg="mod">
          <ac:chgData name="MATIAS CABRERA" userId="S::matias.cabrera@correo.ucu.edu.uy::ab2b0b0b-f5c1-4fa7-b12a-c4562ff9ba33" providerId="AD" clId="Web-{D17BE754-5848-45A9-C93F-75BF14A6BDB4}" dt="2026-04-27T02:50:32.265" v="4" actId="20577"/>
          <ac:spMkLst>
            <pc:docMk/>
            <pc:sldMk cId="4152935781" sldId="259"/>
            <ac:spMk id="2" creationId="{A77F9D23-081C-9AAD-E344-0E47A5135DE0}"/>
          </ac:spMkLst>
        </pc:spChg>
      </pc:sldChg>
      <pc:sldChg chg="addSp modSp add del replId">
        <pc:chgData name="MATIAS CABRERA" userId="S::matias.cabrera@correo.ucu.edu.uy::ab2b0b0b-f5c1-4fa7-b12a-c4562ff9ba33" providerId="AD" clId="Web-{D17BE754-5848-45A9-C93F-75BF14A6BDB4}" dt="2026-04-27T04:32:17.920" v="986" actId="20577"/>
        <pc:sldMkLst>
          <pc:docMk/>
          <pc:sldMk cId="3755364821" sldId="294"/>
        </pc:sldMkLst>
        <pc:spChg chg="mod">
          <ac:chgData name="MATIAS CABRERA" userId="S::matias.cabrera@correo.ucu.edu.uy::ab2b0b0b-f5c1-4fa7-b12a-c4562ff9ba33" providerId="AD" clId="Web-{D17BE754-5848-45A9-C93F-75BF14A6BDB4}" dt="2026-04-27T04:32:17.920" v="986" actId="20577"/>
          <ac:spMkLst>
            <pc:docMk/>
            <pc:sldMk cId="3755364821" sldId="294"/>
            <ac:spMk id="2" creationId="{45B85B7A-B553-F10B-3F00-02F472611139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3:10:55.448" v="164" actId="20577"/>
          <ac:spMkLst>
            <pc:docMk/>
            <pc:sldMk cId="3755364821" sldId="294"/>
            <ac:spMk id="4" creationId="{BD9CA1F3-317C-CDB1-D88D-4179F47C0F4B}"/>
          </ac:spMkLst>
        </pc:spChg>
      </pc:sldChg>
      <pc:sldChg chg="modSp add replId">
        <pc:chgData name="MATIAS CABRERA" userId="S::matias.cabrera@correo.ucu.edu.uy::ab2b0b0b-f5c1-4fa7-b12a-c4562ff9ba33" providerId="AD" clId="Web-{D17BE754-5848-45A9-C93F-75BF14A6BDB4}" dt="2026-04-27T04:32:22.435" v="988" actId="20577"/>
        <pc:sldMkLst>
          <pc:docMk/>
          <pc:sldMk cId="3559566987" sldId="295"/>
        </pc:sldMkLst>
        <pc:spChg chg="mod">
          <ac:chgData name="MATIAS CABRERA" userId="S::matias.cabrera@correo.ucu.edu.uy::ab2b0b0b-f5c1-4fa7-b12a-c4562ff9ba33" providerId="AD" clId="Web-{D17BE754-5848-45A9-C93F-75BF14A6BDB4}" dt="2026-04-27T04:32:22.435" v="988" actId="20577"/>
          <ac:spMkLst>
            <pc:docMk/>
            <pc:sldMk cId="3559566987" sldId="295"/>
            <ac:spMk id="2" creationId="{4A027E5B-019A-FF46-1EC0-EF3BDCAE40E5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3:12:52.779" v="187" actId="20577"/>
          <ac:spMkLst>
            <pc:docMk/>
            <pc:sldMk cId="3559566987" sldId="295"/>
            <ac:spMk id="4" creationId="{93FCC245-0A86-9125-CD32-E799FE2BDB6C}"/>
          </ac:spMkLst>
        </pc:spChg>
      </pc:sldChg>
      <pc:sldChg chg="addSp delSp modSp add replId">
        <pc:chgData name="MATIAS CABRERA" userId="S::matias.cabrera@correo.ucu.edu.uy::ab2b0b0b-f5c1-4fa7-b12a-c4562ff9ba33" providerId="AD" clId="Web-{D17BE754-5848-45A9-C93F-75BF14A6BDB4}" dt="2026-04-27T04:32:26.623" v="990" actId="20577"/>
        <pc:sldMkLst>
          <pc:docMk/>
          <pc:sldMk cId="1672592851" sldId="296"/>
        </pc:sldMkLst>
        <pc:spChg chg="mod">
          <ac:chgData name="MATIAS CABRERA" userId="S::matias.cabrera@correo.ucu.edu.uy::ab2b0b0b-f5c1-4fa7-b12a-c4562ff9ba33" providerId="AD" clId="Web-{D17BE754-5848-45A9-C93F-75BF14A6BDB4}" dt="2026-04-27T04:32:26.623" v="990" actId="20577"/>
          <ac:spMkLst>
            <pc:docMk/>
            <pc:sldMk cId="1672592851" sldId="296"/>
            <ac:spMk id="2" creationId="{4AE862EA-F754-9C0B-507E-4ADF128944AB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3:17:29.096" v="219" actId="20577"/>
          <ac:spMkLst>
            <pc:docMk/>
            <pc:sldMk cId="1672592851" sldId="296"/>
            <ac:spMk id="8" creationId="{2BCA7130-77B2-72E7-D879-D13135B068F8}"/>
          </ac:spMkLst>
        </pc:spChg>
        <pc:grpChg chg="add mod">
          <ac:chgData name="MATIAS CABRERA" userId="S::matias.cabrera@correo.ucu.edu.uy::ab2b0b0b-f5c1-4fa7-b12a-c4562ff9ba33" providerId="AD" clId="Web-{D17BE754-5848-45A9-C93F-75BF14A6BDB4}" dt="2026-04-27T03:17:19.440" v="210" actId="1076"/>
          <ac:grpSpMkLst>
            <pc:docMk/>
            <pc:sldMk cId="1672592851" sldId="296"/>
            <ac:grpSpMk id="6" creationId="{9B3193DE-21A9-F2C4-FFAD-1226F68125B9}"/>
          </ac:grpSpMkLst>
        </pc:grpChg>
        <pc:picChg chg="add">
          <ac:chgData name="MATIAS CABRERA" userId="S::matias.cabrera@correo.ucu.edu.uy::ab2b0b0b-f5c1-4fa7-b12a-c4562ff9ba33" providerId="AD" clId="Web-{D17BE754-5848-45A9-C93F-75BF14A6BDB4}" dt="2026-04-27T03:15:36.204" v="191"/>
          <ac:picMkLst>
            <pc:docMk/>
            <pc:sldMk cId="1672592851" sldId="296"/>
            <ac:picMk id="7" creationId="{A2DA9EDB-4958-4CD4-315F-229B3B40C1FF}"/>
          </ac:picMkLst>
        </pc:picChg>
      </pc:sldChg>
      <pc:sldChg chg="addSp delSp modSp add replId">
        <pc:chgData name="MATIAS CABRERA" userId="S::matias.cabrera@correo.ucu.edu.uy::ab2b0b0b-f5c1-4fa7-b12a-c4562ff9ba33" providerId="AD" clId="Web-{D17BE754-5848-45A9-C93F-75BF14A6BDB4}" dt="2026-04-27T04:32:32.263" v="992" actId="20577"/>
        <pc:sldMkLst>
          <pc:docMk/>
          <pc:sldMk cId="331083179" sldId="297"/>
        </pc:sldMkLst>
        <pc:spChg chg="mod">
          <ac:chgData name="MATIAS CABRERA" userId="S::matias.cabrera@correo.ucu.edu.uy::ab2b0b0b-f5c1-4fa7-b12a-c4562ff9ba33" providerId="AD" clId="Web-{D17BE754-5848-45A9-C93F-75BF14A6BDB4}" dt="2026-04-27T04:32:32.263" v="992" actId="20577"/>
          <ac:spMkLst>
            <pc:docMk/>
            <pc:sldMk cId="331083179" sldId="297"/>
            <ac:spMk id="2" creationId="{2911D7BB-DB5B-F246-1DB4-AE2CB8959F82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3:23:47.038" v="272"/>
          <ac:spMkLst>
            <pc:docMk/>
            <pc:sldMk cId="331083179" sldId="297"/>
            <ac:spMk id="4" creationId="{1DCD742C-1FD3-79EC-D56B-506D9370A95C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3:27:44.546" v="328"/>
          <ac:spMkLst>
            <pc:docMk/>
            <pc:sldMk cId="331083179" sldId="297"/>
            <ac:spMk id="9" creationId="{CB6ECD51-E43F-10F9-A13D-D00BBA923F70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3:27:44.546" v="329"/>
          <ac:spMkLst>
            <pc:docMk/>
            <pc:sldMk cId="331083179" sldId="297"/>
            <ac:spMk id="10" creationId="{896E44DD-FBC7-7AE1-D092-68FF62D62B0F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3:27:44.546" v="330"/>
          <ac:spMkLst>
            <pc:docMk/>
            <pc:sldMk cId="331083179" sldId="297"/>
            <ac:spMk id="11" creationId="{EEBE0BC3-74F1-F0E8-AAF8-98B729079AE4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3:27:44.546" v="331"/>
          <ac:spMkLst>
            <pc:docMk/>
            <pc:sldMk cId="331083179" sldId="297"/>
            <ac:spMk id="12" creationId="{31953375-5978-BC1E-34E9-C9036914AA75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3:27:44.546" v="332"/>
          <ac:spMkLst>
            <pc:docMk/>
            <pc:sldMk cId="331083179" sldId="297"/>
            <ac:spMk id="13" creationId="{CD6300F9-576F-0BEB-46F0-193D599E620E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3:27:44.546" v="333"/>
          <ac:spMkLst>
            <pc:docMk/>
            <pc:sldMk cId="331083179" sldId="297"/>
            <ac:spMk id="14" creationId="{F7AEF26C-EC0E-A547-3E81-F8181F1106E3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3:27:44.546" v="334"/>
          <ac:spMkLst>
            <pc:docMk/>
            <pc:sldMk cId="331083179" sldId="297"/>
            <ac:spMk id="15" creationId="{F5FD5160-0AC4-4C44-6BA1-3A02C4C92F94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3:27:44.546" v="335"/>
          <ac:spMkLst>
            <pc:docMk/>
            <pc:sldMk cId="331083179" sldId="297"/>
            <ac:spMk id="16" creationId="{88E43428-3BE1-8802-6D85-809A108090DE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3:27:44.546" v="336"/>
          <ac:spMkLst>
            <pc:docMk/>
            <pc:sldMk cId="331083179" sldId="297"/>
            <ac:spMk id="24" creationId="{25290AA0-2E31-A06C-9E11-1DE12C154588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3:27:44.546" v="337"/>
          <ac:spMkLst>
            <pc:docMk/>
            <pc:sldMk cId="331083179" sldId="297"/>
            <ac:spMk id="25" creationId="{65DB1EBB-7FC4-3977-2D44-4E728E7A1C3B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3:27:44.609" v="338"/>
          <ac:spMkLst>
            <pc:docMk/>
            <pc:sldMk cId="331083179" sldId="297"/>
            <ac:spMk id="28" creationId="{6DEE0620-46F8-A1F9-C25D-F10AFB1C179B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3:23:47.210" v="284"/>
          <ac:spMkLst>
            <pc:docMk/>
            <pc:sldMk cId="331083179" sldId="297"/>
            <ac:spMk id="30" creationId="{66F4AD3A-7ACF-4B0D-BC6B-E2112D1221E8}"/>
          </ac:spMkLst>
        </pc:spChg>
        <pc:grpChg chg="mod">
          <ac:chgData name="MATIAS CABRERA" userId="S::matias.cabrera@correo.ucu.edu.uy::ab2b0b0b-f5c1-4fa7-b12a-c4562ff9ba33" providerId="AD" clId="Web-{D17BE754-5848-45A9-C93F-75BF14A6BDB4}" dt="2026-04-27T03:26:46.529" v="304" actId="1076"/>
          <ac:grpSpMkLst>
            <pc:docMk/>
            <pc:sldMk cId="331083179" sldId="297"/>
            <ac:grpSpMk id="5" creationId="{B7A5850A-7E33-6174-D98D-29AE8EFC63CE}"/>
          </ac:grpSpMkLst>
        </pc:grpChg>
        <pc:cxnChg chg="mod">
          <ac:chgData name="MATIAS CABRERA" userId="S::matias.cabrera@correo.ucu.edu.uy::ab2b0b0b-f5c1-4fa7-b12a-c4562ff9ba33" providerId="AD" clId="Web-{D17BE754-5848-45A9-C93F-75BF14A6BDB4}" dt="2026-04-27T03:24:55.588" v="294" actId="1076"/>
          <ac:cxnSpMkLst>
            <pc:docMk/>
            <pc:sldMk cId="331083179" sldId="297"/>
            <ac:cxnSpMk id="22" creationId="{46E49B75-FF30-64F3-09EC-F62BC5BE4AB1}"/>
          </ac:cxnSpMkLst>
        </pc:cxnChg>
        <pc:cxnChg chg="mod">
          <ac:chgData name="MATIAS CABRERA" userId="S::matias.cabrera@correo.ucu.edu.uy::ab2b0b0b-f5c1-4fa7-b12a-c4562ff9ba33" providerId="AD" clId="Web-{D17BE754-5848-45A9-C93F-75BF14A6BDB4}" dt="2026-04-27T03:24:55.650" v="295" actId="1076"/>
          <ac:cxnSpMkLst>
            <pc:docMk/>
            <pc:sldMk cId="331083179" sldId="297"/>
            <ac:cxnSpMk id="23" creationId="{70527831-53A6-25F6-653D-8E9344F9BDAC}"/>
          </ac:cxnSpMkLst>
        </pc:cxnChg>
      </pc:sldChg>
      <pc:sldChg chg="addSp delSp modSp add ord replId">
        <pc:chgData name="MATIAS CABRERA" userId="S::matias.cabrera@correo.ucu.edu.uy::ab2b0b0b-f5c1-4fa7-b12a-c4562ff9ba33" providerId="AD" clId="Web-{D17BE754-5848-45A9-C93F-75BF14A6BDB4}" dt="2026-04-27T04:32:35.764" v="994" actId="20577"/>
        <pc:sldMkLst>
          <pc:docMk/>
          <pc:sldMk cId="1326398722" sldId="298"/>
        </pc:sldMkLst>
        <pc:spChg chg="mod">
          <ac:chgData name="MATIAS CABRERA" userId="S::matias.cabrera@correo.ucu.edu.uy::ab2b0b0b-f5c1-4fa7-b12a-c4562ff9ba33" providerId="AD" clId="Web-{D17BE754-5848-45A9-C93F-75BF14A6BDB4}" dt="2026-04-27T03:35:10.679" v="413" actId="1076"/>
          <ac:spMkLst>
            <pc:docMk/>
            <pc:sldMk cId="1326398722" sldId="298"/>
            <ac:spMk id="4" creationId="{695C1C5D-7070-6050-9C8E-E8F880464A77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4:32:35.764" v="994" actId="20577"/>
          <ac:spMkLst>
            <pc:docMk/>
            <pc:sldMk cId="1326398722" sldId="298"/>
            <ac:spMk id="7" creationId="{708EF319-108D-D8A8-AD10-D9DF12C08F89}"/>
          </ac:spMkLst>
        </pc:spChg>
      </pc:sldChg>
      <pc:sldChg chg="addSp modSp add replId">
        <pc:chgData name="MATIAS CABRERA" userId="S::matias.cabrera@correo.ucu.edu.uy::ab2b0b0b-f5c1-4fa7-b12a-c4562ff9ba33" providerId="AD" clId="Web-{D17BE754-5848-45A9-C93F-75BF14A6BDB4}" dt="2026-04-27T04:32:40.889" v="996" actId="20577"/>
        <pc:sldMkLst>
          <pc:docMk/>
          <pc:sldMk cId="737486699" sldId="299"/>
        </pc:sldMkLst>
        <pc:spChg chg="add mod">
          <ac:chgData name="MATIAS CABRERA" userId="S::matias.cabrera@correo.ucu.edu.uy::ab2b0b0b-f5c1-4fa7-b12a-c4562ff9ba33" providerId="AD" clId="Web-{D17BE754-5848-45A9-C93F-75BF14A6BDB4}" dt="2026-04-27T03:40:55.730" v="518"/>
          <ac:spMkLst>
            <pc:docMk/>
            <pc:sldMk cId="737486699" sldId="299"/>
            <ac:spMk id="3" creationId="{C57CAC53-E7BA-B1B2-062C-EAC4AF800945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3:39:48.711" v="472" actId="20577"/>
          <ac:spMkLst>
            <pc:docMk/>
            <pc:sldMk cId="737486699" sldId="299"/>
            <ac:spMk id="4" creationId="{2F986EF9-8CA3-EF8C-4AF3-299B7FA5AE97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4:32:40.889" v="996" actId="20577"/>
          <ac:spMkLst>
            <pc:docMk/>
            <pc:sldMk cId="737486699" sldId="299"/>
            <ac:spMk id="7" creationId="{7A01BA37-0417-3A58-CF5C-4A9291A41C32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3:40:50.339" v="501"/>
          <ac:spMkLst>
            <pc:docMk/>
            <pc:sldMk cId="737486699" sldId="299"/>
            <ac:spMk id="12" creationId="{4B754C84-6954-3959-ECF5-DD57E8305CB9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3:40:50.339" v="500"/>
          <ac:spMkLst>
            <pc:docMk/>
            <pc:sldMk cId="737486699" sldId="299"/>
            <ac:spMk id="13" creationId="{86534E26-8CF7-4E78-BC5B-FB31C7475551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3:40:50.339" v="502"/>
          <ac:spMkLst>
            <pc:docMk/>
            <pc:sldMk cId="737486699" sldId="299"/>
            <ac:spMk id="15" creationId="{2E0E4727-130B-2075-6643-9EB63B5237E2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3:40:50.339" v="506"/>
          <ac:spMkLst>
            <pc:docMk/>
            <pc:sldMk cId="737486699" sldId="299"/>
            <ac:spMk id="20" creationId="{4D761826-5CF1-7C32-E1A2-1FA9F61D36E4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3:40:50.339" v="510"/>
          <ac:spMkLst>
            <pc:docMk/>
            <pc:sldMk cId="737486699" sldId="299"/>
            <ac:spMk id="25" creationId="{304E81D0-67F8-08A0-ABDF-B6C8E5665AB6}"/>
          </ac:spMkLst>
        </pc:spChg>
        <pc:grpChg chg="add mod">
          <ac:chgData name="MATIAS CABRERA" userId="S::matias.cabrera@correo.ucu.edu.uy::ab2b0b0b-f5c1-4fa7-b12a-c4562ff9ba33" providerId="AD" clId="Web-{D17BE754-5848-45A9-C93F-75BF14A6BDB4}" dt="2026-04-27T03:41:05.262" v="519" actId="14100"/>
          <ac:grpSpMkLst>
            <pc:docMk/>
            <pc:sldMk cId="737486699" sldId="299"/>
            <ac:grpSpMk id="2" creationId="{423F9271-DB5F-A9EF-34D3-1759D57E7D11}"/>
          </ac:grpSpMkLst>
        </pc:grpChg>
        <pc:grpChg chg="add">
          <ac:chgData name="MATIAS CABRERA" userId="S::matias.cabrera@correo.ucu.edu.uy::ab2b0b0b-f5c1-4fa7-b12a-c4562ff9ba33" providerId="AD" clId="Web-{D17BE754-5848-45A9-C93F-75BF14A6BDB4}" dt="2026-04-27T03:39:56.727" v="473"/>
          <ac:grpSpMkLst>
            <pc:docMk/>
            <pc:sldMk cId="737486699" sldId="299"/>
            <ac:grpSpMk id="11" creationId="{93E683D3-96A8-F0B5-9282-345DB7E32E0E}"/>
          </ac:grpSpMkLst>
        </pc:grpChg>
        <pc:grpChg chg="add">
          <ac:chgData name="MATIAS CABRERA" userId="S::matias.cabrera@correo.ucu.edu.uy::ab2b0b0b-f5c1-4fa7-b12a-c4562ff9ba33" providerId="AD" clId="Web-{D17BE754-5848-45A9-C93F-75BF14A6BDB4}" dt="2026-04-27T03:39:56.727" v="473"/>
          <ac:grpSpMkLst>
            <pc:docMk/>
            <pc:sldMk cId="737486699" sldId="299"/>
            <ac:grpSpMk id="14" creationId="{60A8D81A-3B8A-0B06-A0B0-A8B46AF0D822}"/>
          </ac:grpSpMkLst>
        </pc:grpChg>
        <pc:grpChg chg="add">
          <ac:chgData name="MATIAS CABRERA" userId="S::matias.cabrera@correo.ucu.edu.uy::ab2b0b0b-f5c1-4fa7-b12a-c4562ff9ba33" providerId="AD" clId="Web-{D17BE754-5848-45A9-C93F-75BF14A6BDB4}" dt="2026-04-27T03:39:56.727" v="473"/>
          <ac:grpSpMkLst>
            <pc:docMk/>
            <pc:sldMk cId="737486699" sldId="299"/>
            <ac:grpSpMk id="19" creationId="{A55D1BB1-EEAA-138C-6325-799BB01BF9CA}"/>
          </ac:grpSpMkLst>
        </pc:grpChg>
        <pc:cxnChg chg="mod">
          <ac:chgData name="MATIAS CABRERA" userId="S::matias.cabrera@correo.ucu.edu.uy::ab2b0b0b-f5c1-4fa7-b12a-c4562ff9ba33" providerId="AD" clId="Web-{D17BE754-5848-45A9-C93F-75BF14A6BDB4}" dt="2026-04-27T03:40:50.355" v="516"/>
          <ac:cxnSpMkLst>
            <pc:docMk/>
            <pc:sldMk cId="737486699" sldId="299"/>
            <ac:cxnSpMk id="5" creationId="{38EB9A61-410E-A34C-8136-71A3B4053735}"/>
          </ac:cxnSpMkLst>
        </pc:cxnChg>
        <pc:cxnChg chg="mod">
          <ac:chgData name="MATIAS CABRERA" userId="S::matias.cabrera@correo.ucu.edu.uy::ab2b0b0b-f5c1-4fa7-b12a-c4562ff9ba33" providerId="AD" clId="Web-{D17BE754-5848-45A9-C93F-75BF14A6BDB4}" dt="2026-04-27T03:40:50.339" v="515"/>
          <ac:cxnSpMkLst>
            <pc:docMk/>
            <pc:sldMk cId="737486699" sldId="299"/>
            <ac:cxnSpMk id="6" creationId="{ECBDED70-5B38-1584-6F57-9D9184CDF7F4}"/>
          </ac:cxnSpMkLst>
        </pc:cxnChg>
        <pc:cxnChg chg="mod">
          <ac:chgData name="MATIAS CABRERA" userId="S::matias.cabrera@correo.ucu.edu.uy::ab2b0b0b-f5c1-4fa7-b12a-c4562ff9ba33" providerId="AD" clId="Web-{D17BE754-5848-45A9-C93F-75BF14A6BDB4}" dt="2026-04-27T03:40:50.339" v="514"/>
          <ac:cxnSpMkLst>
            <pc:docMk/>
            <pc:sldMk cId="737486699" sldId="299"/>
            <ac:cxnSpMk id="8" creationId="{597F57AE-82C5-9867-855F-EFF1C927EB0A}"/>
          </ac:cxnSpMkLst>
        </pc:cxnChg>
        <pc:cxnChg chg="mod">
          <ac:chgData name="MATIAS CABRERA" userId="S::matias.cabrera@correo.ucu.edu.uy::ab2b0b0b-f5c1-4fa7-b12a-c4562ff9ba33" providerId="AD" clId="Web-{D17BE754-5848-45A9-C93F-75BF14A6BDB4}" dt="2026-04-27T03:40:50.339" v="505"/>
          <ac:cxnSpMkLst>
            <pc:docMk/>
            <pc:sldMk cId="737486699" sldId="299"/>
            <ac:cxnSpMk id="16" creationId="{92BF52F1-D205-09D4-52FA-4140A02B1F50}"/>
          </ac:cxnSpMkLst>
        </pc:cxnChg>
        <pc:cxnChg chg="mod">
          <ac:chgData name="MATIAS CABRERA" userId="S::matias.cabrera@correo.ucu.edu.uy::ab2b0b0b-f5c1-4fa7-b12a-c4562ff9ba33" providerId="AD" clId="Web-{D17BE754-5848-45A9-C93F-75BF14A6BDB4}" dt="2026-04-27T03:40:50.339" v="504"/>
          <ac:cxnSpMkLst>
            <pc:docMk/>
            <pc:sldMk cId="737486699" sldId="299"/>
            <ac:cxnSpMk id="17" creationId="{BE0A3D18-E9AC-63DC-1668-288ED79E670C}"/>
          </ac:cxnSpMkLst>
        </pc:cxnChg>
        <pc:cxnChg chg="mod">
          <ac:chgData name="MATIAS CABRERA" userId="S::matias.cabrera@correo.ucu.edu.uy::ab2b0b0b-f5c1-4fa7-b12a-c4562ff9ba33" providerId="AD" clId="Web-{D17BE754-5848-45A9-C93F-75BF14A6BDB4}" dt="2026-04-27T03:40:50.339" v="503"/>
          <ac:cxnSpMkLst>
            <pc:docMk/>
            <pc:sldMk cId="737486699" sldId="299"/>
            <ac:cxnSpMk id="18" creationId="{097BF165-6C9C-36CF-9218-BA8759B29454}"/>
          </ac:cxnSpMkLst>
        </pc:cxnChg>
        <pc:cxnChg chg="mod">
          <ac:chgData name="MATIAS CABRERA" userId="S::matias.cabrera@correo.ucu.edu.uy::ab2b0b0b-f5c1-4fa7-b12a-c4562ff9ba33" providerId="AD" clId="Web-{D17BE754-5848-45A9-C93F-75BF14A6BDB4}" dt="2026-04-27T03:40:50.339" v="509"/>
          <ac:cxnSpMkLst>
            <pc:docMk/>
            <pc:sldMk cId="737486699" sldId="299"/>
            <ac:cxnSpMk id="21" creationId="{F48708ED-1706-6232-010A-A4B6D674EAE2}"/>
          </ac:cxnSpMkLst>
        </pc:cxnChg>
        <pc:cxnChg chg="mod">
          <ac:chgData name="MATIAS CABRERA" userId="S::matias.cabrera@correo.ucu.edu.uy::ab2b0b0b-f5c1-4fa7-b12a-c4562ff9ba33" providerId="AD" clId="Web-{D17BE754-5848-45A9-C93F-75BF14A6BDB4}" dt="2026-04-27T03:40:50.339" v="508"/>
          <ac:cxnSpMkLst>
            <pc:docMk/>
            <pc:sldMk cId="737486699" sldId="299"/>
            <ac:cxnSpMk id="22" creationId="{182870F0-A0BF-EE74-850C-06CD910C73A2}"/>
          </ac:cxnSpMkLst>
        </pc:cxnChg>
        <pc:cxnChg chg="mod">
          <ac:chgData name="MATIAS CABRERA" userId="S::matias.cabrera@correo.ucu.edu.uy::ab2b0b0b-f5c1-4fa7-b12a-c4562ff9ba33" providerId="AD" clId="Web-{D17BE754-5848-45A9-C93F-75BF14A6BDB4}" dt="2026-04-27T03:40:50.339" v="507"/>
          <ac:cxnSpMkLst>
            <pc:docMk/>
            <pc:sldMk cId="737486699" sldId="299"/>
            <ac:cxnSpMk id="23" creationId="{9E79ADE5-A03E-9FB1-009C-C1C0BEE0B624}"/>
          </ac:cxnSpMkLst>
        </pc:cxnChg>
        <pc:cxnChg chg="mod">
          <ac:chgData name="MATIAS CABRERA" userId="S::matias.cabrera@correo.ucu.edu.uy::ab2b0b0b-f5c1-4fa7-b12a-c4562ff9ba33" providerId="AD" clId="Web-{D17BE754-5848-45A9-C93F-75BF14A6BDB4}" dt="2026-04-27T03:40:50.339" v="513"/>
          <ac:cxnSpMkLst>
            <pc:docMk/>
            <pc:sldMk cId="737486699" sldId="299"/>
            <ac:cxnSpMk id="26" creationId="{BF238D51-E086-44C7-2B87-24D339E9B712}"/>
          </ac:cxnSpMkLst>
        </pc:cxnChg>
        <pc:cxnChg chg="mod">
          <ac:chgData name="MATIAS CABRERA" userId="S::matias.cabrera@correo.ucu.edu.uy::ab2b0b0b-f5c1-4fa7-b12a-c4562ff9ba33" providerId="AD" clId="Web-{D17BE754-5848-45A9-C93F-75BF14A6BDB4}" dt="2026-04-27T03:40:50.339" v="512"/>
          <ac:cxnSpMkLst>
            <pc:docMk/>
            <pc:sldMk cId="737486699" sldId="299"/>
            <ac:cxnSpMk id="27" creationId="{2C21535D-AB80-D163-D72B-BBE8FEA644DA}"/>
          </ac:cxnSpMkLst>
        </pc:cxnChg>
        <pc:cxnChg chg="mod">
          <ac:chgData name="MATIAS CABRERA" userId="S::matias.cabrera@correo.ucu.edu.uy::ab2b0b0b-f5c1-4fa7-b12a-c4562ff9ba33" providerId="AD" clId="Web-{D17BE754-5848-45A9-C93F-75BF14A6BDB4}" dt="2026-04-27T03:40:50.339" v="511"/>
          <ac:cxnSpMkLst>
            <pc:docMk/>
            <pc:sldMk cId="737486699" sldId="299"/>
            <ac:cxnSpMk id="28" creationId="{631D8243-AA77-719D-DF59-BED794FD4085}"/>
          </ac:cxnSpMkLst>
        </pc:cxnChg>
      </pc:sldChg>
      <pc:sldChg chg="modSp add ord replId">
        <pc:chgData name="MATIAS CABRERA" userId="S::matias.cabrera@correo.ucu.edu.uy::ab2b0b0b-f5c1-4fa7-b12a-c4562ff9ba33" providerId="AD" clId="Web-{D17BE754-5848-45A9-C93F-75BF14A6BDB4}" dt="2026-04-27T04:32:45.811" v="998" actId="20577"/>
        <pc:sldMkLst>
          <pc:docMk/>
          <pc:sldMk cId="3515082598" sldId="300"/>
        </pc:sldMkLst>
        <pc:spChg chg="mod">
          <ac:chgData name="MATIAS CABRERA" userId="S::matias.cabrera@correo.ucu.edu.uy::ab2b0b0b-f5c1-4fa7-b12a-c4562ff9ba33" providerId="AD" clId="Web-{D17BE754-5848-45A9-C93F-75BF14A6BDB4}" dt="2026-04-27T03:49:09.900" v="554" actId="1076"/>
          <ac:spMkLst>
            <pc:docMk/>
            <pc:sldMk cId="3515082598" sldId="300"/>
            <ac:spMk id="4" creationId="{3DC9CA57-64E1-6962-EA14-BB1906E6CA4D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4:32:45.811" v="998" actId="20577"/>
          <ac:spMkLst>
            <pc:docMk/>
            <pc:sldMk cId="3515082598" sldId="300"/>
            <ac:spMk id="7" creationId="{0DBD4995-0BE9-20AE-FC59-28877B8C6E07}"/>
          </ac:spMkLst>
        </pc:spChg>
      </pc:sldChg>
      <pc:sldChg chg="addSp delSp modSp add replId">
        <pc:chgData name="MATIAS CABRERA" userId="S::matias.cabrera@correo.ucu.edu.uy::ab2b0b0b-f5c1-4fa7-b12a-c4562ff9ba33" providerId="AD" clId="Web-{D17BE754-5848-45A9-C93F-75BF14A6BDB4}" dt="2026-04-27T04:32:50.482" v="1000" actId="20577"/>
        <pc:sldMkLst>
          <pc:docMk/>
          <pc:sldMk cId="2317159800" sldId="301"/>
        </pc:sldMkLst>
        <pc:spChg chg="mod">
          <ac:chgData name="MATIAS CABRERA" userId="S::matias.cabrera@correo.ucu.edu.uy::ab2b0b0b-f5c1-4fa7-b12a-c4562ff9ba33" providerId="AD" clId="Web-{D17BE754-5848-45A9-C93F-75BF14A6BDB4}" dt="2026-04-27T04:19:53.538" v="681"/>
          <ac:spMkLst>
            <pc:docMk/>
            <pc:sldMk cId="2317159800" sldId="301"/>
            <ac:spMk id="4" creationId="{B6F7A5A9-184C-3B38-81E3-FB4190B2BDA0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3:51:33.715" v="588" actId="1076"/>
          <ac:spMkLst>
            <pc:docMk/>
            <pc:sldMk cId="2317159800" sldId="301"/>
            <ac:spMk id="6" creationId="{56150584-FC32-80E0-CBF8-6EDC2F086665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4:32:50.482" v="1000" actId="20577"/>
          <ac:spMkLst>
            <pc:docMk/>
            <pc:sldMk cId="2317159800" sldId="301"/>
            <ac:spMk id="7" creationId="{C2B90CD5-C2A8-D569-D6DB-802AC537C498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4:20:08.102" v="682"/>
          <ac:spMkLst>
            <pc:docMk/>
            <pc:sldMk cId="2317159800" sldId="301"/>
            <ac:spMk id="8" creationId="{F96C94A5-26D4-49C1-4BA9-733C454D243C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4:20:08.102" v="683"/>
          <ac:spMkLst>
            <pc:docMk/>
            <pc:sldMk cId="2317159800" sldId="301"/>
            <ac:spMk id="9" creationId="{B37BD585-5821-5532-6598-BF0EED2624F3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4:20:08.118" v="684"/>
          <ac:spMkLst>
            <pc:docMk/>
            <pc:sldMk cId="2317159800" sldId="301"/>
            <ac:spMk id="10" creationId="{548129C1-8C8F-6983-7F1C-B7009C28564D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4:20:08.118" v="685"/>
          <ac:spMkLst>
            <pc:docMk/>
            <pc:sldMk cId="2317159800" sldId="301"/>
            <ac:spMk id="11" creationId="{0559835A-63EE-2D13-0DB4-FB85982289F5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4:20:08.118" v="686"/>
          <ac:spMkLst>
            <pc:docMk/>
            <pc:sldMk cId="2317159800" sldId="301"/>
            <ac:spMk id="12" creationId="{9902432B-50BD-EC85-3B07-D6D6D3E79480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4:20:08.118" v="687"/>
          <ac:spMkLst>
            <pc:docMk/>
            <pc:sldMk cId="2317159800" sldId="301"/>
            <ac:spMk id="13" creationId="{EBDC8F0A-6F98-8997-AA3D-23FE8CDDFF17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4:20:08.118" v="688"/>
          <ac:spMkLst>
            <pc:docMk/>
            <pc:sldMk cId="2317159800" sldId="301"/>
            <ac:spMk id="14" creationId="{A04CD959-5ADA-B816-FD16-5FB8EB0C5338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4:20:08.118" v="689"/>
          <ac:spMkLst>
            <pc:docMk/>
            <pc:sldMk cId="2317159800" sldId="301"/>
            <ac:spMk id="15" creationId="{05E432BE-18CF-3EE6-76DD-449BA316C8EB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4:20:08.290" v="690"/>
          <ac:spMkLst>
            <pc:docMk/>
            <pc:sldMk cId="2317159800" sldId="301"/>
            <ac:spMk id="23" creationId="{B25B061F-7A46-A27A-A427-85F4AF9A60D2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4:19:53.538" v="671"/>
          <ac:spMkLst>
            <pc:docMk/>
            <pc:sldMk cId="2317159800" sldId="301"/>
            <ac:spMk id="25" creationId="{763A9E8F-7B9A-C8F1-09E7-FFCBCF9F0294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4:19:53.538" v="670"/>
          <ac:spMkLst>
            <pc:docMk/>
            <pc:sldMk cId="2317159800" sldId="301"/>
            <ac:spMk id="26" creationId="{EAF91BEB-FA18-4653-E73F-7C416709C9F6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4:19:53.538" v="669"/>
          <ac:spMkLst>
            <pc:docMk/>
            <pc:sldMk cId="2317159800" sldId="301"/>
            <ac:spMk id="27" creationId="{C07603C9-7DB8-6B92-79F7-68DF7922706D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4:19:53.538" v="668"/>
          <ac:spMkLst>
            <pc:docMk/>
            <pc:sldMk cId="2317159800" sldId="301"/>
            <ac:spMk id="28" creationId="{F4492246-47E4-8C30-2F9B-5E20C2CC1EFB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4:19:53.538" v="667"/>
          <ac:spMkLst>
            <pc:docMk/>
            <pc:sldMk cId="2317159800" sldId="301"/>
            <ac:spMk id="29" creationId="{3CE3A49F-7711-BB27-1F62-224213207294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4:19:53.538" v="666"/>
          <ac:spMkLst>
            <pc:docMk/>
            <pc:sldMk cId="2317159800" sldId="301"/>
            <ac:spMk id="30" creationId="{F45A64A8-68A2-EA96-3BAE-9C2DB9F6F2EC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4:19:53.538" v="665"/>
          <ac:spMkLst>
            <pc:docMk/>
            <pc:sldMk cId="2317159800" sldId="301"/>
            <ac:spMk id="31" creationId="{50B6C847-9DFA-BCF9-2183-BEFC37BB8F63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4:19:53.538" v="664"/>
          <ac:spMkLst>
            <pc:docMk/>
            <pc:sldMk cId="2317159800" sldId="301"/>
            <ac:spMk id="32" creationId="{9FC189B6-4319-41CB-B304-68CA20643401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4:19:53.538" v="663"/>
          <ac:spMkLst>
            <pc:docMk/>
            <pc:sldMk cId="2317159800" sldId="301"/>
            <ac:spMk id="33" creationId="{AB1D57BA-3848-4A5D-6474-F5AE8B96EBD1}"/>
          </ac:spMkLst>
        </pc:spChg>
        <pc:cxnChg chg="mod">
          <ac:chgData name="MATIAS CABRERA" userId="S::matias.cabrera@correo.ucu.edu.uy::ab2b0b0b-f5c1-4fa7-b12a-c4562ff9ba33" providerId="AD" clId="Web-{D17BE754-5848-45A9-C93F-75BF14A6BDB4}" dt="2026-04-27T03:52:25.965" v="598" actId="1076"/>
          <ac:cxnSpMkLst>
            <pc:docMk/>
            <pc:sldMk cId="2317159800" sldId="301"/>
            <ac:cxnSpMk id="16" creationId="{7658D92D-7C2B-2C2C-328E-E62965B1BCCC}"/>
          </ac:cxnSpMkLst>
        </pc:cxnChg>
        <pc:cxnChg chg="mod">
          <ac:chgData name="MATIAS CABRERA" userId="S::matias.cabrera@correo.ucu.edu.uy::ab2b0b0b-f5c1-4fa7-b12a-c4562ff9ba33" providerId="AD" clId="Web-{D17BE754-5848-45A9-C93F-75BF14A6BDB4}" dt="2026-04-27T03:52:25.981" v="599" actId="1076"/>
          <ac:cxnSpMkLst>
            <pc:docMk/>
            <pc:sldMk cId="2317159800" sldId="301"/>
            <ac:cxnSpMk id="17" creationId="{63F448B8-B784-9809-FA21-FF9505538C10}"/>
          </ac:cxnSpMkLst>
        </pc:cxnChg>
        <pc:cxnChg chg="mod">
          <ac:chgData name="MATIAS CABRERA" userId="S::matias.cabrera@correo.ucu.edu.uy::ab2b0b0b-f5c1-4fa7-b12a-c4562ff9ba33" providerId="AD" clId="Web-{D17BE754-5848-45A9-C93F-75BF14A6BDB4}" dt="2026-04-27T03:52:25.997" v="600" actId="1076"/>
          <ac:cxnSpMkLst>
            <pc:docMk/>
            <pc:sldMk cId="2317159800" sldId="301"/>
            <ac:cxnSpMk id="18" creationId="{05E17F50-5B07-0360-17E6-8819DF575BCD}"/>
          </ac:cxnSpMkLst>
        </pc:cxnChg>
        <pc:cxnChg chg="mod">
          <ac:chgData name="MATIAS CABRERA" userId="S::matias.cabrera@correo.ucu.edu.uy::ab2b0b0b-f5c1-4fa7-b12a-c4562ff9ba33" providerId="AD" clId="Web-{D17BE754-5848-45A9-C93F-75BF14A6BDB4}" dt="2026-04-27T03:52:26.012" v="601" actId="1076"/>
          <ac:cxnSpMkLst>
            <pc:docMk/>
            <pc:sldMk cId="2317159800" sldId="301"/>
            <ac:cxnSpMk id="19" creationId="{B9CDA2A3-ECB6-8AA7-842E-B5CB932F87E4}"/>
          </ac:cxnSpMkLst>
        </pc:cxnChg>
        <pc:cxnChg chg="mod">
          <ac:chgData name="MATIAS CABRERA" userId="S::matias.cabrera@correo.ucu.edu.uy::ab2b0b0b-f5c1-4fa7-b12a-c4562ff9ba33" providerId="AD" clId="Web-{D17BE754-5848-45A9-C93F-75BF14A6BDB4}" dt="2026-04-27T03:52:26.044" v="602" actId="1076"/>
          <ac:cxnSpMkLst>
            <pc:docMk/>
            <pc:sldMk cId="2317159800" sldId="301"/>
            <ac:cxnSpMk id="20" creationId="{E4B62FC6-3CF4-52F9-1F4D-17C7DCA62C26}"/>
          </ac:cxnSpMkLst>
        </pc:cxnChg>
        <pc:cxnChg chg="mod">
          <ac:chgData name="MATIAS CABRERA" userId="S::matias.cabrera@correo.ucu.edu.uy::ab2b0b0b-f5c1-4fa7-b12a-c4562ff9ba33" providerId="AD" clId="Web-{D17BE754-5848-45A9-C93F-75BF14A6BDB4}" dt="2026-04-27T03:52:26.059" v="603" actId="1076"/>
          <ac:cxnSpMkLst>
            <pc:docMk/>
            <pc:sldMk cId="2317159800" sldId="301"/>
            <ac:cxnSpMk id="21" creationId="{1B95976D-37BA-0E04-7D8E-641E17B67C8D}"/>
          </ac:cxnSpMkLst>
        </pc:cxnChg>
        <pc:cxnChg chg="mod">
          <ac:chgData name="MATIAS CABRERA" userId="S::matias.cabrera@correo.ucu.edu.uy::ab2b0b0b-f5c1-4fa7-b12a-c4562ff9ba33" providerId="AD" clId="Web-{D17BE754-5848-45A9-C93F-75BF14A6BDB4}" dt="2026-04-27T03:52:26.075" v="604" actId="1076"/>
          <ac:cxnSpMkLst>
            <pc:docMk/>
            <pc:sldMk cId="2317159800" sldId="301"/>
            <ac:cxnSpMk id="22" creationId="{EFBD5E4F-D3FE-134C-4E8A-6A33D685CB9C}"/>
          </ac:cxnSpMkLst>
        </pc:cxnChg>
        <pc:cxnChg chg="mod">
          <ac:chgData name="MATIAS CABRERA" userId="S::matias.cabrera@correo.ucu.edu.uy::ab2b0b0b-f5c1-4fa7-b12a-c4562ff9ba33" providerId="AD" clId="Web-{D17BE754-5848-45A9-C93F-75BF14A6BDB4}" dt="2026-04-27T03:52:26.106" v="606" actId="1076"/>
          <ac:cxnSpMkLst>
            <pc:docMk/>
            <pc:sldMk cId="2317159800" sldId="301"/>
            <ac:cxnSpMk id="24" creationId="{DB0E99DF-39DC-C66B-6415-3583C74874CF}"/>
          </ac:cxnSpMkLst>
        </pc:cxnChg>
      </pc:sldChg>
      <pc:sldChg chg="addSp delSp modSp add replId">
        <pc:chgData name="MATIAS CABRERA" userId="S::matias.cabrera@correo.ucu.edu.uy::ab2b0b0b-f5c1-4fa7-b12a-c4562ff9ba33" providerId="AD" clId="Web-{D17BE754-5848-45A9-C93F-75BF14A6BDB4}" dt="2026-04-27T04:32:55.279" v="1001" actId="20577"/>
        <pc:sldMkLst>
          <pc:docMk/>
          <pc:sldMk cId="3909336518" sldId="302"/>
        </pc:sldMkLst>
        <pc:spChg chg="add mod">
          <ac:chgData name="MATIAS CABRERA" userId="S::matias.cabrera@correo.ucu.edu.uy::ab2b0b0b-f5c1-4fa7-b12a-c4562ff9ba33" providerId="AD" clId="Web-{D17BE754-5848-45A9-C93F-75BF14A6BDB4}" dt="2026-04-27T04:23:21.793" v="738" actId="1076"/>
          <ac:spMkLst>
            <pc:docMk/>
            <pc:sldMk cId="3909336518" sldId="302"/>
            <ac:spMk id="2" creationId="{222538FB-501E-DC1A-7FD7-77C1FC39DA58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4:22:07.287" v="722" actId="20577"/>
          <ac:spMkLst>
            <pc:docMk/>
            <pc:sldMk cId="3909336518" sldId="302"/>
            <ac:spMk id="4" creationId="{9A965C63-0AA0-DC60-CA91-418160C77776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4:32:55.279" v="1001" actId="20577"/>
          <ac:spMkLst>
            <pc:docMk/>
            <pc:sldMk cId="3909336518" sldId="302"/>
            <ac:spMk id="7" creationId="{D6EFDB0A-867A-FEC3-2037-151E64B47DC6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4:25:02.283" v="859"/>
          <ac:spMkLst>
            <pc:docMk/>
            <pc:sldMk cId="3909336518" sldId="302"/>
            <ac:spMk id="57" creationId="{7B4405EB-F095-1646-92F5-E1B693E18514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4:25:11.252" v="876" actId="14100"/>
          <ac:spMkLst>
            <pc:docMk/>
            <pc:sldMk cId="3909336518" sldId="302"/>
            <ac:spMk id="58" creationId="{F2976E7E-CD31-553A-C79B-C2B01EFB1D50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4:25:17.158" v="878" actId="14100"/>
          <ac:spMkLst>
            <pc:docMk/>
            <pc:sldMk cId="3909336518" sldId="302"/>
            <ac:spMk id="59" creationId="{2B18860C-168A-0138-67AF-D994FCC53009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4:25:14.580" v="877" actId="14100"/>
          <ac:spMkLst>
            <pc:docMk/>
            <pc:sldMk cId="3909336518" sldId="302"/>
            <ac:spMk id="60" creationId="{5A414AED-D492-9E20-1465-ACF392B98864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4:25:02.283" v="863"/>
          <ac:spMkLst>
            <pc:docMk/>
            <pc:sldMk cId="3909336518" sldId="302"/>
            <ac:spMk id="61" creationId="{5692B084-8CDA-178F-DBBF-ECB84E9B732E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4:25:23.549" v="879" actId="14100"/>
          <ac:spMkLst>
            <pc:docMk/>
            <pc:sldMk cId="3909336518" sldId="302"/>
            <ac:spMk id="62" creationId="{7E2E30FC-780A-D4A9-A9C2-5444E6D1CE4D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4:25:02.283" v="865"/>
          <ac:spMkLst>
            <pc:docMk/>
            <pc:sldMk cId="3909336518" sldId="302"/>
            <ac:spMk id="63" creationId="{61A60364-067B-4A4C-E182-947777E866CE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4:25:02.283" v="866"/>
          <ac:spMkLst>
            <pc:docMk/>
            <pc:sldMk cId="3909336518" sldId="302"/>
            <ac:spMk id="64" creationId="{E980E815-8EBE-52DB-74B2-6AC3266DAD8B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4:25:02.283" v="867"/>
          <ac:spMkLst>
            <pc:docMk/>
            <pc:sldMk cId="3909336518" sldId="302"/>
            <ac:spMk id="72" creationId="{BDFBDA94-4B55-63D3-5A82-C55E3EF755D3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4:25:38.628" v="880" actId="1076"/>
          <ac:spMkLst>
            <pc:docMk/>
            <pc:sldMk cId="3909336518" sldId="302"/>
            <ac:spMk id="74" creationId="{AA690A8C-C214-8941-F3B2-3CF04A0566DD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4:25:02.298" v="869"/>
          <ac:spMkLst>
            <pc:docMk/>
            <pc:sldMk cId="3909336518" sldId="302"/>
            <ac:spMk id="75" creationId="{EB42D830-1A6A-B019-D804-AE013D979D4A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4:24:07.592" v="837" actId="1076"/>
          <ac:spMkLst>
            <pc:docMk/>
            <pc:sldMk cId="3909336518" sldId="302"/>
            <ac:spMk id="76" creationId="{A2AC6F2C-95F7-157A-8184-FD8D85CF3484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4:25:02.298" v="870"/>
          <ac:spMkLst>
            <pc:docMk/>
            <pc:sldMk cId="3909336518" sldId="302"/>
            <ac:spMk id="77" creationId="{85340AEA-BDB6-FDD7-8C3F-9A77461298EC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4:25:02.298" v="871"/>
          <ac:spMkLst>
            <pc:docMk/>
            <pc:sldMk cId="3909336518" sldId="302"/>
            <ac:spMk id="78" creationId="{57358015-F4C6-E88B-420A-44EE7430BAEC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4:25:02.298" v="872"/>
          <ac:spMkLst>
            <pc:docMk/>
            <pc:sldMk cId="3909336518" sldId="302"/>
            <ac:spMk id="79" creationId="{38F79375-F6AC-AF86-1D35-C4EBCDB67CC4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4:25:02.298" v="873"/>
          <ac:spMkLst>
            <pc:docMk/>
            <pc:sldMk cId="3909336518" sldId="302"/>
            <ac:spMk id="80" creationId="{2F6CC0B0-0ADC-7D39-2027-CCA022A861D3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4:25:02.298" v="874"/>
          <ac:spMkLst>
            <pc:docMk/>
            <pc:sldMk cId="3909336518" sldId="302"/>
            <ac:spMk id="81" creationId="{A9DBD54C-5A80-C5C6-3FC3-FDBE89CB34A4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4:25:02.611" v="875"/>
          <ac:spMkLst>
            <pc:docMk/>
            <pc:sldMk cId="3909336518" sldId="302"/>
            <ac:spMk id="82" creationId="{70125D2A-3BCD-C485-B203-357E2B60CA6B}"/>
          </ac:spMkLst>
        </pc:spChg>
        <pc:cxnChg chg="mod">
          <ac:chgData name="MATIAS CABRERA" userId="S::matias.cabrera@correo.ucu.edu.uy::ab2b0b0b-f5c1-4fa7-b12a-c4562ff9ba33" providerId="AD" clId="Web-{D17BE754-5848-45A9-C93F-75BF14A6BDB4}" dt="2026-04-27T04:24:07.374" v="826" actId="1076"/>
          <ac:cxnSpMkLst>
            <pc:docMk/>
            <pc:sldMk cId="3909336518" sldId="302"/>
            <ac:cxnSpMk id="65" creationId="{7B4FE242-E0AF-63C7-7495-3AAE8915E0EF}"/>
          </ac:cxnSpMkLst>
        </pc:cxnChg>
        <pc:cxnChg chg="mod">
          <ac:chgData name="MATIAS CABRERA" userId="S::matias.cabrera@correo.ucu.edu.uy::ab2b0b0b-f5c1-4fa7-b12a-c4562ff9ba33" providerId="AD" clId="Web-{D17BE754-5848-45A9-C93F-75BF14A6BDB4}" dt="2026-04-27T04:24:07.389" v="827" actId="1076"/>
          <ac:cxnSpMkLst>
            <pc:docMk/>
            <pc:sldMk cId="3909336518" sldId="302"/>
            <ac:cxnSpMk id="66" creationId="{6BA3E297-3FAF-0734-C002-8F4A4E72F8C3}"/>
          </ac:cxnSpMkLst>
        </pc:cxnChg>
        <pc:cxnChg chg="mod">
          <ac:chgData name="MATIAS CABRERA" userId="S::matias.cabrera@correo.ucu.edu.uy::ab2b0b0b-f5c1-4fa7-b12a-c4562ff9ba33" providerId="AD" clId="Web-{D17BE754-5848-45A9-C93F-75BF14A6BDB4}" dt="2026-04-27T04:24:07.420" v="828" actId="1076"/>
          <ac:cxnSpMkLst>
            <pc:docMk/>
            <pc:sldMk cId="3909336518" sldId="302"/>
            <ac:cxnSpMk id="67" creationId="{328A1E8D-071C-B78D-0DC0-CF01A7C9CB0B}"/>
          </ac:cxnSpMkLst>
        </pc:cxnChg>
        <pc:cxnChg chg="mod">
          <ac:chgData name="MATIAS CABRERA" userId="S::matias.cabrera@correo.ucu.edu.uy::ab2b0b0b-f5c1-4fa7-b12a-c4562ff9ba33" providerId="AD" clId="Web-{D17BE754-5848-45A9-C93F-75BF14A6BDB4}" dt="2026-04-27T04:24:07.436" v="829" actId="1076"/>
          <ac:cxnSpMkLst>
            <pc:docMk/>
            <pc:sldMk cId="3909336518" sldId="302"/>
            <ac:cxnSpMk id="68" creationId="{704C85A7-94FE-B4D4-4FF7-D79FC0F26686}"/>
          </ac:cxnSpMkLst>
        </pc:cxnChg>
        <pc:cxnChg chg="mod">
          <ac:chgData name="MATIAS CABRERA" userId="S::matias.cabrera@correo.ucu.edu.uy::ab2b0b0b-f5c1-4fa7-b12a-c4562ff9ba33" providerId="AD" clId="Web-{D17BE754-5848-45A9-C93F-75BF14A6BDB4}" dt="2026-04-27T04:24:07.452" v="830" actId="1076"/>
          <ac:cxnSpMkLst>
            <pc:docMk/>
            <pc:sldMk cId="3909336518" sldId="302"/>
            <ac:cxnSpMk id="69" creationId="{059F7FC3-7162-895A-E9BA-F1B2C9E96BC9}"/>
          </ac:cxnSpMkLst>
        </pc:cxnChg>
        <pc:cxnChg chg="mod">
          <ac:chgData name="MATIAS CABRERA" userId="S::matias.cabrera@correo.ucu.edu.uy::ab2b0b0b-f5c1-4fa7-b12a-c4562ff9ba33" providerId="AD" clId="Web-{D17BE754-5848-45A9-C93F-75BF14A6BDB4}" dt="2026-04-27T04:24:07.467" v="831" actId="1076"/>
          <ac:cxnSpMkLst>
            <pc:docMk/>
            <pc:sldMk cId="3909336518" sldId="302"/>
            <ac:cxnSpMk id="70" creationId="{D66F739B-C3EB-6C50-4F18-A50406A64A3E}"/>
          </ac:cxnSpMkLst>
        </pc:cxnChg>
        <pc:cxnChg chg="mod">
          <ac:chgData name="MATIAS CABRERA" userId="S::matias.cabrera@correo.ucu.edu.uy::ab2b0b0b-f5c1-4fa7-b12a-c4562ff9ba33" providerId="AD" clId="Web-{D17BE754-5848-45A9-C93F-75BF14A6BDB4}" dt="2026-04-27T04:24:07.483" v="832" actId="1076"/>
          <ac:cxnSpMkLst>
            <pc:docMk/>
            <pc:sldMk cId="3909336518" sldId="302"/>
            <ac:cxnSpMk id="71" creationId="{716AC981-023C-D1FB-032E-C0287EC53B1C}"/>
          </ac:cxnSpMkLst>
        </pc:cxnChg>
        <pc:cxnChg chg="mod">
          <ac:chgData name="MATIAS CABRERA" userId="S::matias.cabrera@correo.ucu.edu.uy::ab2b0b0b-f5c1-4fa7-b12a-c4562ff9ba33" providerId="AD" clId="Web-{D17BE754-5848-45A9-C93F-75BF14A6BDB4}" dt="2026-04-27T04:24:07.530" v="834" actId="1076"/>
          <ac:cxnSpMkLst>
            <pc:docMk/>
            <pc:sldMk cId="3909336518" sldId="302"/>
            <ac:cxnSpMk id="73" creationId="{18BC9ACB-8464-4746-6B80-C043ABC17157}"/>
          </ac:cxnSpMkLst>
        </pc:cxnChg>
      </pc:sldChg>
      <pc:sldChg chg="addSp delSp modSp add replId">
        <pc:chgData name="MATIAS CABRERA" userId="S::matias.cabrera@correo.ucu.edu.uy::ab2b0b0b-f5c1-4fa7-b12a-c4562ff9ba33" providerId="AD" clId="Web-{D17BE754-5848-45A9-C93F-75BF14A6BDB4}" dt="2026-04-27T04:28:39.822" v="938" actId="14100"/>
        <pc:sldMkLst>
          <pc:docMk/>
          <pc:sldMk cId="3158766152" sldId="303"/>
        </pc:sldMkLst>
        <pc:spChg chg="mod">
          <ac:chgData name="MATIAS CABRERA" userId="S::matias.cabrera@correo.ucu.edu.uy::ab2b0b0b-f5c1-4fa7-b12a-c4562ff9ba33" providerId="AD" clId="Web-{D17BE754-5848-45A9-C93F-75BF14A6BDB4}" dt="2026-04-27T04:28:34.540" v="936" actId="20577"/>
          <ac:spMkLst>
            <pc:docMk/>
            <pc:sldMk cId="3158766152" sldId="303"/>
            <ac:spMk id="7" creationId="{5D98A5EA-ED10-494A-2FC0-85059175ECDC}"/>
          </ac:spMkLst>
        </pc:spChg>
        <pc:picChg chg="add mod">
          <ac:chgData name="MATIAS CABRERA" userId="S::matias.cabrera@correo.ucu.edu.uy::ab2b0b0b-f5c1-4fa7-b12a-c4562ff9ba33" providerId="AD" clId="Web-{D17BE754-5848-45A9-C93F-75BF14A6BDB4}" dt="2026-04-27T04:28:39.822" v="938" actId="14100"/>
          <ac:picMkLst>
            <pc:docMk/>
            <pc:sldMk cId="3158766152" sldId="303"/>
            <ac:picMk id="6" creationId="{11490A8C-113C-D716-10DB-B9D2D9CCB6B9}"/>
          </ac:picMkLst>
        </pc:picChg>
      </pc:sldChg>
      <pc:sldChg chg="modSp add replId">
        <pc:chgData name="MATIAS CABRERA" userId="S::matias.cabrera@correo.ucu.edu.uy::ab2b0b0b-f5c1-4fa7-b12a-c4562ff9ba33" providerId="AD" clId="Web-{D17BE754-5848-45A9-C93F-75BF14A6BDB4}" dt="2026-04-27T04:28:52.838" v="940" actId="14100"/>
        <pc:sldMkLst>
          <pc:docMk/>
          <pc:sldMk cId="928549000" sldId="304"/>
        </pc:sldMkLst>
        <pc:spChg chg="mod">
          <ac:chgData name="MATIAS CABRERA" userId="S::matias.cabrera@correo.ucu.edu.uy::ab2b0b0b-f5c1-4fa7-b12a-c4562ff9ba33" providerId="AD" clId="Web-{D17BE754-5848-45A9-C93F-75BF14A6BDB4}" dt="2026-04-27T04:28:52.838" v="940" actId="14100"/>
          <ac:spMkLst>
            <pc:docMk/>
            <pc:sldMk cId="928549000" sldId="304"/>
            <ac:spMk id="7" creationId="{7FC9274A-06D9-E9FA-EB67-38BA1C83201D}"/>
          </ac:spMkLst>
        </pc:spChg>
        <pc:picChg chg="mod">
          <ac:chgData name="MATIAS CABRERA" userId="S::matias.cabrera@correo.ucu.edu.uy::ab2b0b0b-f5c1-4fa7-b12a-c4562ff9ba33" providerId="AD" clId="Web-{D17BE754-5848-45A9-C93F-75BF14A6BDB4}" dt="2026-04-27T04:28:45.572" v="939" actId="1076"/>
          <ac:picMkLst>
            <pc:docMk/>
            <pc:sldMk cId="928549000" sldId="304"/>
            <ac:picMk id="6" creationId="{D3A3FDB6-60B2-8458-C09F-AD5D712CB105}"/>
          </ac:picMkLst>
        </pc:picChg>
      </pc:sldChg>
      <pc:sldChg chg="addSp delSp modSp add replId">
        <pc:chgData name="MATIAS CABRERA" userId="S::matias.cabrera@correo.ucu.edu.uy::ab2b0b0b-f5c1-4fa7-b12a-c4562ff9ba33" providerId="AD" clId="Web-{D17BE754-5848-45A9-C93F-75BF14A6BDB4}" dt="2026-04-27T04:30:08.433" v="955"/>
        <pc:sldMkLst>
          <pc:docMk/>
          <pc:sldMk cId="4029869884" sldId="305"/>
        </pc:sldMkLst>
        <pc:spChg chg="mod">
          <ac:chgData name="MATIAS CABRERA" userId="S::matias.cabrera@correo.ucu.edu.uy::ab2b0b0b-f5c1-4fa7-b12a-c4562ff9ba33" providerId="AD" clId="Web-{D17BE754-5848-45A9-C93F-75BF14A6BDB4}" dt="2026-04-27T04:29:10.525" v="942" actId="20577"/>
          <ac:spMkLst>
            <pc:docMk/>
            <pc:sldMk cId="4029869884" sldId="305"/>
            <ac:spMk id="7" creationId="{6B11660A-A332-FF9A-EE95-5CBD8665332D}"/>
          </ac:spMkLst>
        </pc:spChg>
        <pc:picChg chg="add mod">
          <ac:chgData name="MATIAS CABRERA" userId="S::matias.cabrera@correo.ucu.edu.uy::ab2b0b0b-f5c1-4fa7-b12a-c4562ff9ba33" providerId="AD" clId="Web-{D17BE754-5848-45A9-C93F-75BF14A6BDB4}" dt="2026-04-27T04:29:57.308" v="954" actId="1076"/>
          <ac:picMkLst>
            <pc:docMk/>
            <pc:sldMk cId="4029869884" sldId="305"/>
            <ac:picMk id="2" creationId="{5A5FC773-779F-4595-6473-36702C538766}"/>
          </ac:picMkLst>
        </pc:picChg>
        <pc:picChg chg="add mod">
          <ac:chgData name="MATIAS CABRERA" userId="S::matias.cabrera@correo.ucu.edu.uy::ab2b0b0b-f5c1-4fa7-b12a-c4562ff9ba33" providerId="AD" clId="Web-{D17BE754-5848-45A9-C93F-75BF14A6BDB4}" dt="2026-04-27T04:30:08.433" v="955"/>
          <ac:picMkLst>
            <pc:docMk/>
            <pc:sldMk cId="4029869884" sldId="305"/>
            <ac:picMk id="3" creationId="{9059F531-A9D9-F166-229B-05B132FD50CC}"/>
          </ac:picMkLst>
        </pc:picChg>
      </pc:sldChg>
      <pc:sldChg chg="addSp delSp modSp add replId">
        <pc:chgData name="MATIAS CABRERA" userId="S::matias.cabrera@correo.ucu.edu.uy::ab2b0b0b-f5c1-4fa7-b12a-c4562ff9ba33" providerId="AD" clId="Web-{D17BE754-5848-45A9-C93F-75BF14A6BDB4}" dt="2026-04-27T04:31:49.185" v="983"/>
        <pc:sldMkLst>
          <pc:docMk/>
          <pc:sldMk cId="1225248182" sldId="306"/>
        </pc:sldMkLst>
        <pc:spChg chg="mod">
          <ac:chgData name="MATIAS CABRERA" userId="S::matias.cabrera@correo.ucu.edu.uy::ab2b0b0b-f5c1-4fa7-b12a-c4562ff9ba33" providerId="AD" clId="Web-{D17BE754-5848-45A9-C93F-75BF14A6BDB4}" dt="2026-04-27T04:30:50.246" v="959" actId="20577"/>
          <ac:spMkLst>
            <pc:docMk/>
            <pc:sldMk cId="1225248182" sldId="306"/>
            <ac:spMk id="7" creationId="{ED86CE10-149D-5F10-FAAC-643CD930E686}"/>
          </ac:spMkLst>
        </pc:spChg>
        <pc:picChg chg="add mod">
          <ac:chgData name="MATIAS CABRERA" userId="S::matias.cabrera@correo.ucu.edu.uy::ab2b0b0b-f5c1-4fa7-b12a-c4562ff9ba33" providerId="AD" clId="Web-{D17BE754-5848-45A9-C93F-75BF14A6BDB4}" dt="2026-04-27T04:31:49.107" v="982"/>
          <ac:picMkLst>
            <pc:docMk/>
            <pc:sldMk cId="1225248182" sldId="306"/>
            <ac:picMk id="5" creationId="{9AF0A9DE-214D-E3DD-58D5-52FE12F3FA04}"/>
          </ac:picMkLst>
        </pc:picChg>
        <pc:picChg chg="add del mod">
          <ac:chgData name="MATIAS CABRERA" userId="S::matias.cabrera@correo.ucu.edu.uy::ab2b0b0b-f5c1-4fa7-b12a-c4562ff9ba33" providerId="AD" clId="Web-{D17BE754-5848-45A9-C93F-75BF14A6BDB4}" dt="2026-04-27T04:31:49.185" v="983"/>
          <ac:picMkLst>
            <pc:docMk/>
            <pc:sldMk cId="1225248182" sldId="306"/>
            <ac:picMk id="6" creationId="{C678C167-40F3-CBF2-041A-EC5D74722E19}"/>
          </ac:picMkLst>
        </pc:picChg>
      </pc:sldChg>
      <pc:sldChg chg="addSp delSp modSp add replId">
        <pc:chgData name="MATIAS CABRERA" userId="S::matias.cabrera@correo.ucu.edu.uy::ab2b0b0b-f5c1-4fa7-b12a-c4562ff9ba33" providerId="AD" clId="Web-{D17BE754-5848-45A9-C93F-75BF14A6BDB4}" dt="2026-04-27T04:34:27.859" v="1027" actId="1076"/>
        <pc:sldMkLst>
          <pc:docMk/>
          <pc:sldMk cId="401966205" sldId="307"/>
        </pc:sldMkLst>
        <pc:spChg chg="mod">
          <ac:chgData name="MATIAS CABRERA" userId="S::matias.cabrera@correo.ucu.edu.uy::ab2b0b0b-f5c1-4fa7-b12a-c4562ff9ba33" providerId="AD" clId="Web-{D17BE754-5848-45A9-C93F-75BF14A6BDB4}" dt="2026-04-27T04:32:10.763" v="984" actId="20577"/>
          <ac:spMkLst>
            <pc:docMk/>
            <pc:sldMk cId="401966205" sldId="307"/>
            <ac:spMk id="7" creationId="{902266A8-C279-6067-FDEB-C593A74AFFED}"/>
          </ac:spMkLst>
        </pc:spChg>
        <pc:picChg chg="add mod">
          <ac:chgData name="MATIAS CABRERA" userId="S::matias.cabrera@correo.ucu.edu.uy::ab2b0b0b-f5c1-4fa7-b12a-c4562ff9ba33" providerId="AD" clId="Web-{D17BE754-5848-45A9-C93F-75BF14A6BDB4}" dt="2026-04-27T04:34:27.812" v="1026" actId="1076"/>
          <ac:picMkLst>
            <pc:docMk/>
            <pc:sldMk cId="401966205" sldId="307"/>
            <ac:picMk id="4" creationId="{598D0987-3A88-3D2B-6897-F21AD744A856}"/>
          </ac:picMkLst>
        </pc:picChg>
        <pc:picChg chg="add mod">
          <ac:chgData name="MATIAS CABRERA" userId="S::matias.cabrera@correo.ucu.edu.uy::ab2b0b0b-f5c1-4fa7-b12a-c4562ff9ba33" providerId="AD" clId="Web-{D17BE754-5848-45A9-C93F-75BF14A6BDB4}" dt="2026-04-27T04:34:27.859" v="1027" actId="1076"/>
          <ac:picMkLst>
            <pc:docMk/>
            <pc:sldMk cId="401966205" sldId="307"/>
            <ac:picMk id="6" creationId="{D71E7B80-37AA-421D-AFD4-739586F8C29D}"/>
          </ac:picMkLst>
        </pc:picChg>
      </pc:sldChg>
      <pc:sldChg chg="addSp delSp modSp add replId">
        <pc:chgData name="MATIAS CABRERA" userId="S::matias.cabrera@correo.ucu.edu.uy::ab2b0b0b-f5c1-4fa7-b12a-c4562ff9ba33" providerId="AD" clId="Web-{D17BE754-5848-45A9-C93F-75BF14A6BDB4}" dt="2026-04-27T04:35:29.125" v="1041" actId="1076"/>
        <pc:sldMkLst>
          <pc:docMk/>
          <pc:sldMk cId="285473529" sldId="308"/>
        </pc:sldMkLst>
        <pc:spChg chg="add mod">
          <ac:chgData name="MATIAS CABRERA" userId="S::matias.cabrera@correo.ucu.edu.uy::ab2b0b0b-f5c1-4fa7-b12a-c4562ff9ba33" providerId="AD" clId="Web-{D17BE754-5848-45A9-C93F-75BF14A6BDB4}" dt="2026-04-27T04:35:29.125" v="1041" actId="1076"/>
          <ac:spMkLst>
            <pc:docMk/>
            <pc:sldMk cId="285473529" sldId="308"/>
            <ac:spMk id="5" creationId="{05F9C4D8-A454-822F-0256-5F1A6926AAA1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4:34:59.437" v="1036" actId="20577"/>
          <ac:spMkLst>
            <pc:docMk/>
            <pc:sldMk cId="285473529" sldId="308"/>
            <ac:spMk id="7" creationId="{A1CCEF91-3335-03FE-EC76-742DE718A781}"/>
          </ac:spMkLst>
        </pc:spChg>
      </pc:sldChg>
      <pc:sldChg chg="modSp add replId">
        <pc:chgData name="MATIAS CABRERA" userId="S::matias.cabrera@correo.ucu.edu.uy::ab2b0b0b-f5c1-4fa7-b12a-c4562ff9ba33" providerId="AD" clId="Web-{D17BE754-5848-45A9-C93F-75BF14A6BDB4}" dt="2026-04-27T04:43:12.636" v="1120" actId="20577"/>
        <pc:sldMkLst>
          <pc:docMk/>
          <pc:sldMk cId="2023185554" sldId="309"/>
        </pc:sldMkLst>
        <pc:spChg chg="mod">
          <ac:chgData name="MATIAS CABRERA" userId="S::matias.cabrera@correo.ucu.edu.uy::ab2b0b0b-f5c1-4fa7-b12a-c4562ff9ba33" providerId="AD" clId="Web-{D17BE754-5848-45A9-C93F-75BF14A6BDB4}" dt="2026-04-27T04:43:12.636" v="1120" actId="20577"/>
          <ac:spMkLst>
            <pc:docMk/>
            <pc:sldMk cId="2023185554" sldId="309"/>
            <ac:spMk id="5" creationId="{A4C92914-E8A6-F957-AA14-85AB028887DB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4:35:44.578" v="1043" actId="20577"/>
          <ac:spMkLst>
            <pc:docMk/>
            <pc:sldMk cId="2023185554" sldId="309"/>
            <ac:spMk id="7" creationId="{B57526A1-117B-15EF-ECCC-F9F46F879D92}"/>
          </ac:spMkLst>
        </pc:spChg>
      </pc:sldChg>
      <pc:sldChg chg="modSp add replId">
        <pc:chgData name="MATIAS CABRERA" userId="S::matias.cabrera@correo.ucu.edu.uy::ab2b0b0b-f5c1-4fa7-b12a-c4562ff9ba33" providerId="AD" clId="Web-{D17BE754-5848-45A9-C93F-75BF14A6BDB4}" dt="2026-04-27T04:41:55.165" v="1100" actId="20577"/>
        <pc:sldMkLst>
          <pc:docMk/>
          <pc:sldMk cId="1828402198" sldId="310"/>
        </pc:sldMkLst>
        <pc:spChg chg="mod">
          <ac:chgData name="MATIAS CABRERA" userId="S::matias.cabrera@correo.ucu.edu.uy::ab2b0b0b-f5c1-4fa7-b12a-c4562ff9ba33" providerId="AD" clId="Web-{D17BE754-5848-45A9-C93F-75BF14A6BDB4}" dt="2026-04-27T04:41:55.165" v="1100" actId="20577"/>
          <ac:spMkLst>
            <pc:docMk/>
            <pc:sldMk cId="1828402198" sldId="310"/>
            <ac:spMk id="5" creationId="{EEB44127-3C17-8072-356F-D683A00E5742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4:39:53.643" v="1060" actId="20577"/>
          <ac:spMkLst>
            <pc:docMk/>
            <pc:sldMk cId="1828402198" sldId="310"/>
            <ac:spMk id="7" creationId="{431BEC02-F6BD-50D2-2CEA-3D0352F9516E}"/>
          </ac:spMkLst>
        </pc:spChg>
      </pc:sldChg>
      <pc:sldChg chg="modSp add replId">
        <pc:chgData name="MATIAS CABRERA" userId="S::matias.cabrera@correo.ucu.edu.uy::ab2b0b0b-f5c1-4fa7-b12a-c4562ff9ba33" providerId="AD" clId="Web-{D17BE754-5848-45A9-C93F-75BF14A6BDB4}" dt="2026-04-27T04:46:25.563" v="1177" actId="20577"/>
        <pc:sldMkLst>
          <pc:docMk/>
          <pc:sldMk cId="1570751769" sldId="311"/>
        </pc:sldMkLst>
        <pc:spChg chg="mod">
          <ac:chgData name="MATIAS CABRERA" userId="S::matias.cabrera@correo.ucu.edu.uy::ab2b0b0b-f5c1-4fa7-b12a-c4562ff9ba33" providerId="AD" clId="Web-{D17BE754-5848-45A9-C93F-75BF14A6BDB4}" dt="2026-04-27T04:43:32.762" v="1122" actId="1076"/>
          <ac:spMkLst>
            <pc:docMk/>
            <pc:sldMk cId="1570751769" sldId="311"/>
            <ac:spMk id="5" creationId="{CBCCEA68-A0B0-C058-9BC6-7BFBDA722227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4:46:25.563" v="1177" actId="20577"/>
          <ac:spMkLst>
            <pc:docMk/>
            <pc:sldMk cId="1570751769" sldId="311"/>
            <ac:spMk id="7" creationId="{BD07E6DC-6C4F-ECB1-25BB-6FDC4DB96AA7}"/>
          </ac:spMkLst>
        </pc:spChg>
      </pc:sldChg>
      <pc:sldChg chg="modSp add replId">
        <pc:chgData name="MATIAS CABRERA" userId="S::matias.cabrera@correo.ucu.edu.uy::ab2b0b0b-f5c1-4fa7-b12a-c4562ff9ba33" providerId="AD" clId="Web-{D17BE754-5848-45A9-C93F-75BF14A6BDB4}" dt="2026-04-27T04:46:50.954" v="1185" actId="20577"/>
        <pc:sldMkLst>
          <pc:docMk/>
          <pc:sldMk cId="3900807774" sldId="312"/>
        </pc:sldMkLst>
        <pc:spChg chg="mod">
          <ac:chgData name="MATIAS CABRERA" userId="S::matias.cabrera@correo.ucu.edu.uy::ab2b0b0b-f5c1-4fa7-b12a-c4562ff9ba33" providerId="AD" clId="Web-{D17BE754-5848-45A9-C93F-75BF14A6BDB4}" dt="2026-04-27T04:45:15.483" v="1154" actId="20577"/>
          <ac:spMkLst>
            <pc:docMk/>
            <pc:sldMk cId="3900807774" sldId="312"/>
            <ac:spMk id="5" creationId="{69A009E1-2B2F-C904-A80B-B4C7A7768393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4:46:50.954" v="1185" actId="20577"/>
          <ac:spMkLst>
            <pc:docMk/>
            <pc:sldMk cId="3900807774" sldId="312"/>
            <ac:spMk id="7" creationId="{1F1009AA-52B8-D7F6-9919-A54980977EC1}"/>
          </ac:spMkLst>
        </pc:spChg>
      </pc:sldChg>
      <pc:sldChg chg="modSp add replId">
        <pc:chgData name="MATIAS CABRERA" userId="S::matias.cabrera@correo.ucu.edu.uy::ab2b0b0b-f5c1-4fa7-b12a-c4562ff9ba33" providerId="AD" clId="Web-{D17BE754-5848-45A9-C93F-75BF14A6BDB4}" dt="2026-04-27T04:49:16.222" v="1208" actId="20577"/>
        <pc:sldMkLst>
          <pc:docMk/>
          <pc:sldMk cId="132668001" sldId="313"/>
        </pc:sldMkLst>
        <pc:spChg chg="mod">
          <ac:chgData name="MATIAS CABRERA" userId="S::matias.cabrera@correo.ucu.edu.uy::ab2b0b0b-f5c1-4fa7-b12a-c4562ff9ba33" providerId="AD" clId="Web-{D17BE754-5848-45A9-C93F-75BF14A6BDB4}" dt="2026-04-27T04:49:16.222" v="1208" actId="20577"/>
          <ac:spMkLst>
            <pc:docMk/>
            <pc:sldMk cId="132668001" sldId="313"/>
            <ac:spMk id="5" creationId="{0263A1B7-15CE-963E-5F03-3D820F911E87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4:47:32.361" v="1188" actId="20577"/>
          <ac:spMkLst>
            <pc:docMk/>
            <pc:sldMk cId="132668001" sldId="313"/>
            <ac:spMk id="7" creationId="{B990C60E-4122-5F64-834E-09836FC04EBC}"/>
          </ac:spMkLst>
        </pc:spChg>
      </pc:sldChg>
      <pc:sldChg chg="addSp delSp modSp add replId">
        <pc:chgData name="MATIAS CABRERA" userId="S::matias.cabrera@correo.ucu.edu.uy::ab2b0b0b-f5c1-4fa7-b12a-c4562ff9ba33" providerId="AD" clId="Web-{D17BE754-5848-45A9-C93F-75BF14A6BDB4}" dt="2026-04-27T05:01:07.362" v="1317" actId="1076"/>
        <pc:sldMkLst>
          <pc:docMk/>
          <pc:sldMk cId="1282452261" sldId="314"/>
        </pc:sldMkLst>
        <pc:spChg chg="add mod">
          <ac:chgData name="MATIAS CABRERA" userId="S::matias.cabrera@correo.ucu.edu.uy::ab2b0b0b-f5c1-4fa7-b12a-c4562ff9ba33" providerId="AD" clId="Web-{D17BE754-5848-45A9-C93F-75BF14A6BDB4}" dt="2026-04-27T05:01:07.362" v="1317" actId="1076"/>
          <ac:spMkLst>
            <pc:docMk/>
            <pc:sldMk cId="1282452261" sldId="314"/>
            <ac:spMk id="3" creationId="{2D73742A-BE9D-5C66-A5EF-04D4D74197A6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4:55:53.722" v="1210" actId="20577"/>
          <ac:spMkLst>
            <pc:docMk/>
            <pc:sldMk cId="1282452261" sldId="314"/>
            <ac:spMk id="7" creationId="{A1A529BC-31B1-0D70-9330-C1D1D7CFA951}"/>
          </ac:spMkLst>
        </pc:spChg>
      </pc:sldChg>
      <pc:sldChg chg="modSp add replId">
        <pc:chgData name="MATIAS CABRERA" userId="S::matias.cabrera@correo.ucu.edu.uy::ab2b0b0b-f5c1-4fa7-b12a-c4562ff9ba33" providerId="AD" clId="Web-{D17BE754-5848-45A9-C93F-75BF14A6BDB4}" dt="2026-04-27T05:03:48.085" v="1370" actId="20577"/>
        <pc:sldMkLst>
          <pc:docMk/>
          <pc:sldMk cId="62103210" sldId="315"/>
        </pc:sldMkLst>
        <pc:spChg chg="mod">
          <ac:chgData name="MATIAS CABRERA" userId="S::matias.cabrera@correo.ucu.edu.uy::ab2b0b0b-f5c1-4fa7-b12a-c4562ff9ba33" providerId="AD" clId="Web-{D17BE754-5848-45A9-C93F-75BF14A6BDB4}" dt="2026-04-27T05:03:48.085" v="1370" actId="20577"/>
          <ac:spMkLst>
            <pc:docMk/>
            <pc:sldMk cId="62103210" sldId="315"/>
            <ac:spMk id="3" creationId="{CAAE5D21-9037-9644-6A80-3232A69F627C}"/>
          </ac:spMkLst>
        </pc:spChg>
      </pc:sldChg>
      <pc:sldChg chg="addSp delSp modSp add replId">
        <pc:chgData name="MATIAS CABRERA" userId="S::matias.cabrera@correo.ucu.edu.uy::ab2b0b0b-f5c1-4fa7-b12a-c4562ff9ba33" providerId="AD" clId="Web-{D17BE754-5848-45A9-C93F-75BF14A6BDB4}" dt="2026-04-27T05:08:04.589" v="1476" actId="20577"/>
        <pc:sldMkLst>
          <pc:docMk/>
          <pc:sldMk cId="3432986509" sldId="316"/>
        </pc:sldMkLst>
        <pc:spChg chg="mod">
          <ac:chgData name="MATIAS CABRERA" userId="S::matias.cabrera@correo.ucu.edu.uy::ab2b0b0b-f5c1-4fa7-b12a-c4562ff9ba33" providerId="AD" clId="Web-{D17BE754-5848-45A9-C93F-75BF14A6BDB4}" dt="2026-04-27T05:05:28.633" v="1422"/>
          <ac:spMkLst>
            <pc:docMk/>
            <pc:sldMk cId="3432986509" sldId="316"/>
            <ac:spMk id="4" creationId="{CCE162AE-6BD2-F354-B39F-B77386A805B4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05:28.633" v="1423"/>
          <ac:spMkLst>
            <pc:docMk/>
            <pc:sldMk cId="3432986509" sldId="316"/>
            <ac:spMk id="5" creationId="{5175AF29-136A-1303-2273-E6BF3A7B0929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05:28.633" v="1424"/>
          <ac:spMkLst>
            <pc:docMk/>
            <pc:sldMk cId="3432986509" sldId="316"/>
            <ac:spMk id="6" creationId="{4286B7F8-9D70-F470-A4C1-FDE619E6AB80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05:00.461" v="1379"/>
          <ac:spMkLst>
            <pc:docMk/>
            <pc:sldMk cId="3432986509" sldId="316"/>
            <ac:spMk id="7" creationId="{CA81616A-60A7-980E-457F-54AAFB952916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05:28.633" v="1425"/>
          <ac:spMkLst>
            <pc:docMk/>
            <pc:sldMk cId="3432986509" sldId="316"/>
            <ac:spMk id="8" creationId="{8A1BE1B4-DC79-2AED-1F59-83FEB7DF3085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05:28.633" v="1426"/>
          <ac:spMkLst>
            <pc:docMk/>
            <pc:sldMk cId="3432986509" sldId="316"/>
            <ac:spMk id="9" creationId="{6B75E476-7AFC-5BBE-EB92-F8F2E8549BE8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05:28.633" v="1427"/>
          <ac:spMkLst>
            <pc:docMk/>
            <pc:sldMk cId="3432986509" sldId="316"/>
            <ac:spMk id="10" creationId="{24F7DE30-3480-D256-DCA6-A5FEE8AABD9F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05:28.633" v="1428"/>
          <ac:spMkLst>
            <pc:docMk/>
            <pc:sldMk cId="3432986509" sldId="316"/>
            <ac:spMk id="13" creationId="{47310345-F672-A836-3967-9398C6D52C65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05:28.633" v="1429"/>
          <ac:spMkLst>
            <pc:docMk/>
            <pc:sldMk cId="3432986509" sldId="316"/>
            <ac:spMk id="14" creationId="{CA520351-E19D-3359-FE48-3CFA7B68F0B4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05:28.633" v="1430"/>
          <ac:spMkLst>
            <pc:docMk/>
            <pc:sldMk cId="3432986509" sldId="316"/>
            <ac:spMk id="15" creationId="{31C7B834-004E-1C0D-0E37-A352595868E8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05:28.633" v="1431"/>
          <ac:spMkLst>
            <pc:docMk/>
            <pc:sldMk cId="3432986509" sldId="316"/>
            <ac:spMk id="16" creationId="{14938CF8-C972-8AEC-8B99-F3F7BD12E160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05:28.633" v="1432"/>
          <ac:spMkLst>
            <pc:docMk/>
            <pc:sldMk cId="3432986509" sldId="316"/>
            <ac:spMk id="17" creationId="{9DAEE481-CF69-95ED-9D53-9AB5E30837D1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05:28.633" v="1433"/>
          <ac:spMkLst>
            <pc:docMk/>
            <pc:sldMk cId="3432986509" sldId="316"/>
            <ac:spMk id="18" creationId="{3A8ED752-16D5-8E70-0DA8-4AB4D6200EDF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05:28.633" v="1434"/>
          <ac:spMkLst>
            <pc:docMk/>
            <pc:sldMk cId="3432986509" sldId="316"/>
            <ac:spMk id="19" creationId="{673E46E4-4213-5AE8-81CB-43C16CFD6759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5:05:28.649" v="1435"/>
          <ac:spMkLst>
            <pc:docMk/>
            <pc:sldMk cId="3432986509" sldId="316"/>
            <ac:spMk id="20" creationId="{3CD997FD-7E36-46DE-8FD7-307A85E7FA10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05:28.649" v="1436"/>
          <ac:spMkLst>
            <pc:docMk/>
            <pc:sldMk cId="3432986509" sldId="316"/>
            <ac:spMk id="21" creationId="{26C7C669-ED87-590B-1022-3091B8D90793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5:05:28.649" v="1437"/>
          <ac:spMkLst>
            <pc:docMk/>
            <pc:sldMk cId="3432986509" sldId="316"/>
            <ac:spMk id="22" creationId="{0B9E195E-7367-3981-9A04-B4F7C7EA484E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05:28.649" v="1438"/>
          <ac:spMkLst>
            <pc:docMk/>
            <pc:sldMk cId="3432986509" sldId="316"/>
            <ac:spMk id="23" creationId="{9044D3BA-227F-4762-B1B0-599B1B81ED19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5:05:28.649" v="1439"/>
          <ac:spMkLst>
            <pc:docMk/>
            <pc:sldMk cId="3432986509" sldId="316"/>
            <ac:spMk id="24" creationId="{57DBBB04-E5D3-00A6-5E0D-970C0C835BA4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5:05:28.649" v="1440"/>
          <ac:spMkLst>
            <pc:docMk/>
            <pc:sldMk cId="3432986509" sldId="316"/>
            <ac:spMk id="25" creationId="{0C0647D2-01ED-9676-7D5D-B3D44FF173AF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5:05:28.649" v="1441"/>
          <ac:spMkLst>
            <pc:docMk/>
            <pc:sldMk cId="3432986509" sldId="316"/>
            <ac:spMk id="26" creationId="{F13AD9E8-0D0B-5AE4-95E9-97F270C73484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05:28.649" v="1442"/>
          <ac:spMkLst>
            <pc:docMk/>
            <pc:sldMk cId="3432986509" sldId="316"/>
            <ac:spMk id="27" creationId="{843DF675-CAB6-1230-F429-568D309879C5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05:28.649" v="1443"/>
          <ac:spMkLst>
            <pc:docMk/>
            <pc:sldMk cId="3432986509" sldId="316"/>
            <ac:spMk id="28" creationId="{E7692590-79AA-5F35-E829-0653C389684A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05:28.649" v="1444"/>
          <ac:spMkLst>
            <pc:docMk/>
            <pc:sldMk cId="3432986509" sldId="316"/>
            <ac:spMk id="29" creationId="{023DA758-5B33-07CD-06C7-1CB6F5DB5920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05:28.649" v="1445"/>
          <ac:spMkLst>
            <pc:docMk/>
            <pc:sldMk cId="3432986509" sldId="316"/>
            <ac:spMk id="30" creationId="{743682E2-106B-37E9-FF66-21A64034A29A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5:05:28.649" v="1446"/>
          <ac:spMkLst>
            <pc:docMk/>
            <pc:sldMk cId="3432986509" sldId="316"/>
            <ac:spMk id="31" creationId="{2468DEBD-D1D1-47FA-B80B-8F8D8B86FE41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5:05:28.649" v="1447"/>
          <ac:spMkLst>
            <pc:docMk/>
            <pc:sldMk cId="3432986509" sldId="316"/>
            <ac:spMk id="32" creationId="{751D062F-828F-F542-844C-F82DBE61D089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05:28.649" v="1448"/>
          <ac:spMkLst>
            <pc:docMk/>
            <pc:sldMk cId="3432986509" sldId="316"/>
            <ac:spMk id="33" creationId="{A915FDA0-84D3-8324-6A9A-67A92D6E53B0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05:28.649" v="1449"/>
          <ac:spMkLst>
            <pc:docMk/>
            <pc:sldMk cId="3432986509" sldId="316"/>
            <ac:spMk id="34" creationId="{DC7416A6-09A9-9490-BB1F-620E7E8B3D9D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05:28.649" v="1450"/>
          <ac:spMkLst>
            <pc:docMk/>
            <pc:sldMk cId="3432986509" sldId="316"/>
            <ac:spMk id="46" creationId="{8E66C7E8-EDA5-3D98-0ED0-FDB0F4246E5D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05:28.649" v="1451"/>
          <ac:spMkLst>
            <pc:docMk/>
            <pc:sldMk cId="3432986509" sldId="316"/>
            <ac:spMk id="47" creationId="{C64C5FD6-E172-21E4-0C3B-23C4A6ED341B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05:28.649" v="1452"/>
          <ac:spMkLst>
            <pc:docMk/>
            <pc:sldMk cId="3432986509" sldId="316"/>
            <ac:spMk id="48" creationId="{81F27C6A-B1B3-CC05-2ACB-D32F20C154B4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05:28.649" v="1453"/>
          <ac:spMkLst>
            <pc:docMk/>
            <pc:sldMk cId="3432986509" sldId="316"/>
            <ac:spMk id="49" creationId="{1ABE785D-A88D-F703-8262-4DDD7C9FFF6F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05:28.649" v="1454"/>
          <ac:spMkLst>
            <pc:docMk/>
            <pc:sldMk cId="3432986509" sldId="316"/>
            <ac:spMk id="50" creationId="{99DD105F-22CE-6632-DBED-CF328BAADB04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5:05:28.649" v="1455"/>
          <ac:spMkLst>
            <pc:docMk/>
            <pc:sldMk cId="3432986509" sldId="316"/>
            <ac:spMk id="51" creationId="{F3FF92D9-84E6-E238-2AFF-C7A4C8B7B327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05:28.665" v="1456"/>
          <ac:spMkLst>
            <pc:docMk/>
            <pc:sldMk cId="3432986509" sldId="316"/>
            <ac:spMk id="54" creationId="{890029A0-2D6E-0B2F-BAC3-F450A1C5186E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05:28.665" v="1457"/>
          <ac:spMkLst>
            <pc:docMk/>
            <pc:sldMk cId="3432986509" sldId="316"/>
            <ac:spMk id="55" creationId="{848C213E-2BA6-D7B8-4D83-4342ECF59287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05:28.665" v="1458"/>
          <ac:spMkLst>
            <pc:docMk/>
            <pc:sldMk cId="3432986509" sldId="316"/>
            <ac:spMk id="56" creationId="{BF000D39-7D48-D04F-7D33-BB7031D50CC2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05:28.665" v="1459"/>
          <ac:spMkLst>
            <pc:docMk/>
            <pc:sldMk cId="3432986509" sldId="316"/>
            <ac:spMk id="57" creationId="{90B37C59-D62B-21DD-30E3-65C053324CE2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5:05:28.665" v="1460"/>
          <ac:spMkLst>
            <pc:docMk/>
            <pc:sldMk cId="3432986509" sldId="316"/>
            <ac:spMk id="58" creationId="{2485795D-902C-78A6-8343-0F028FEE606E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5:05:28.665" v="1461"/>
          <ac:spMkLst>
            <pc:docMk/>
            <pc:sldMk cId="3432986509" sldId="316"/>
            <ac:spMk id="59" creationId="{62695E8A-94F0-8D4C-DF0A-0B6213FA15E0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05:28.665" v="1462"/>
          <ac:spMkLst>
            <pc:docMk/>
            <pc:sldMk cId="3432986509" sldId="316"/>
            <ac:spMk id="60" creationId="{A9B8A560-AF13-8821-D6C2-51BA283FF3FE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05:28.665" v="1463"/>
          <ac:spMkLst>
            <pc:docMk/>
            <pc:sldMk cId="3432986509" sldId="316"/>
            <ac:spMk id="61" creationId="{CBA4B4FE-E06D-7AF0-BD13-1B4C2484D05D}"/>
          </ac:spMkLst>
        </pc:spChg>
        <pc:spChg chg="add mod">
          <ac:chgData name="MATIAS CABRERA" userId="S::matias.cabrera@correo.ucu.edu.uy::ab2b0b0b-f5c1-4fa7-b12a-c4562ff9ba33" providerId="AD" clId="Web-{D17BE754-5848-45A9-C93F-75BF14A6BDB4}" dt="2026-04-27T05:08:04.589" v="1476" actId="20577"/>
          <ac:spMkLst>
            <pc:docMk/>
            <pc:sldMk cId="3432986509" sldId="316"/>
            <ac:spMk id="68" creationId="{5B549D3F-1E8D-4AD8-6F05-96A83CE1E0D6}"/>
          </ac:spMkLst>
        </pc:spChg>
        <pc:grpChg chg="mod">
          <ac:chgData name="MATIAS CABRERA" userId="S::matias.cabrera@correo.ucu.edu.uy::ab2b0b0b-f5c1-4fa7-b12a-c4562ff9ba33" providerId="AD" clId="Web-{D17BE754-5848-45A9-C93F-75BF14A6BDB4}" dt="2026-04-27T05:04:29.429" v="1375" actId="1076"/>
          <ac:grpSpMkLst>
            <pc:docMk/>
            <pc:sldMk cId="3432986509" sldId="316"/>
            <ac:grpSpMk id="2" creationId="{2F616690-F161-D269-96EB-49006784B90E}"/>
          </ac:grpSpMkLst>
        </pc:grpChg>
      </pc:sldChg>
      <pc:sldChg chg="modSp add ord replId">
        <pc:chgData name="MATIAS CABRERA" userId="S::matias.cabrera@correo.ucu.edu.uy::ab2b0b0b-f5c1-4fa7-b12a-c4562ff9ba33" providerId="AD" clId="Web-{D17BE754-5848-45A9-C93F-75BF14A6BDB4}" dt="2026-04-27T05:13:35.699" v="1544" actId="20577"/>
        <pc:sldMkLst>
          <pc:docMk/>
          <pc:sldMk cId="2498448129" sldId="317"/>
        </pc:sldMkLst>
        <pc:spChg chg="mod">
          <ac:chgData name="MATIAS CABRERA" userId="S::matias.cabrera@correo.ucu.edu.uy::ab2b0b0b-f5c1-4fa7-b12a-c4562ff9ba33" providerId="AD" clId="Web-{D17BE754-5848-45A9-C93F-75BF14A6BDB4}" dt="2026-04-27T05:13:35.699" v="1544" actId="20577"/>
          <ac:spMkLst>
            <pc:docMk/>
            <pc:sldMk cId="2498448129" sldId="317"/>
            <ac:spMk id="3" creationId="{50CC0BCA-3E26-DD70-2B4F-0D74EF982C90}"/>
          </ac:spMkLst>
        </pc:spChg>
      </pc:sldChg>
      <pc:sldChg chg="modSp add replId">
        <pc:chgData name="MATIAS CABRERA" userId="S::matias.cabrera@correo.ucu.edu.uy::ab2b0b0b-f5c1-4fa7-b12a-c4562ff9ba33" providerId="AD" clId="Web-{D17BE754-5848-45A9-C93F-75BF14A6BDB4}" dt="2026-04-27T05:14:48.485" v="1562" actId="20577"/>
        <pc:sldMkLst>
          <pc:docMk/>
          <pc:sldMk cId="3058907641" sldId="318"/>
        </pc:sldMkLst>
        <pc:spChg chg="mod">
          <ac:chgData name="MATIAS CABRERA" userId="S::matias.cabrera@correo.ucu.edu.uy::ab2b0b0b-f5c1-4fa7-b12a-c4562ff9ba33" providerId="AD" clId="Web-{D17BE754-5848-45A9-C93F-75BF14A6BDB4}" dt="2026-04-27T05:14:48.485" v="1562" actId="20577"/>
          <ac:spMkLst>
            <pc:docMk/>
            <pc:sldMk cId="3058907641" sldId="318"/>
            <ac:spMk id="3" creationId="{6BC2E618-DBB1-DC54-D639-2946DC96379C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13:48.060" v="1546" actId="20577"/>
          <ac:spMkLst>
            <pc:docMk/>
            <pc:sldMk cId="3058907641" sldId="318"/>
            <ac:spMk id="7" creationId="{E3A68C48-2246-CD88-66C7-AC0A57F81EA3}"/>
          </ac:spMkLst>
        </pc:spChg>
      </pc:sldChg>
      <pc:sldChg chg="addSp modSp add replId">
        <pc:chgData name="MATIAS CABRERA" userId="S::matias.cabrera@correo.ucu.edu.uy::ab2b0b0b-f5c1-4fa7-b12a-c4562ff9ba33" providerId="AD" clId="Web-{D17BE754-5848-45A9-C93F-75BF14A6BDB4}" dt="2026-04-27T05:16:00.723" v="1570"/>
        <pc:sldMkLst>
          <pc:docMk/>
          <pc:sldMk cId="2796983556" sldId="319"/>
        </pc:sldMkLst>
        <pc:spChg chg="mod">
          <ac:chgData name="MATIAS CABRERA" userId="S::matias.cabrera@correo.ucu.edu.uy::ab2b0b0b-f5c1-4fa7-b12a-c4562ff9ba33" providerId="AD" clId="Web-{D17BE754-5848-45A9-C93F-75BF14A6BDB4}" dt="2026-04-27T05:15:36.112" v="1566" actId="20577"/>
          <ac:spMkLst>
            <pc:docMk/>
            <pc:sldMk cId="2796983556" sldId="319"/>
            <ac:spMk id="3" creationId="{D611D6C6-14A1-35F4-DC3E-ECDF79B7F073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15:11.314" v="1564" actId="20577"/>
          <ac:spMkLst>
            <pc:docMk/>
            <pc:sldMk cId="2796983556" sldId="319"/>
            <ac:spMk id="7" creationId="{B03753B0-174D-3158-DD1B-18EB329969D9}"/>
          </ac:spMkLst>
        </pc:spChg>
        <pc:picChg chg="add mod">
          <ac:chgData name="MATIAS CABRERA" userId="S::matias.cabrera@correo.ucu.edu.uy::ab2b0b0b-f5c1-4fa7-b12a-c4562ff9ba33" providerId="AD" clId="Web-{D17BE754-5848-45A9-C93F-75BF14A6BDB4}" dt="2026-04-27T05:16:00.723" v="1570"/>
          <ac:picMkLst>
            <pc:docMk/>
            <pc:sldMk cId="2796983556" sldId="319"/>
            <ac:picMk id="2" creationId="{45B9475C-4B20-C3A2-F0FD-12788B90FA9B}"/>
          </ac:picMkLst>
        </pc:picChg>
      </pc:sldChg>
      <pc:sldChg chg="modSp add ord replId">
        <pc:chgData name="MATIAS CABRERA" userId="S::matias.cabrera@correo.ucu.edu.uy::ab2b0b0b-f5c1-4fa7-b12a-c4562ff9ba33" providerId="AD" clId="Web-{D17BE754-5848-45A9-C93F-75BF14A6BDB4}" dt="2026-04-27T05:19:05.229" v="1619" actId="20577"/>
        <pc:sldMkLst>
          <pc:docMk/>
          <pc:sldMk cId="120169909" sldId="320"/>
        </pc:sldMkLst>
        <pc:spChg chg="mod">
          <ac:chgData name="MATIAS CABRERA" userId="S::matias.cabrera@correo.ucu.edu.uy::ab2b0b0b-f5c1-4fa7-b12a-c4562ff9ba33" providerId="AD" clId="Web-{D17BE754-5848-45A9-C93F-75BF14A6BDB4}" dt="2026-04-27T05:19:05.229" v="1619" actId="20577"/>
          <ac:spMkLst>
            <pc:docMk/>
            <pc:sldMk cId="120169909" sldId="320"/>
            <ac:spMk id="3" creationId="{E8729C4F-5F18-97C2-A00F-5B7DF1169745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16:22.380" v="1573" actId="20577"/>
          <ac:spMkLst>
            <pc:docMk/>
            <pc:sldMk cId="120169909" sldId="320"/>
            <ac:spMk id="7" creationId="{1EF19EDA-E559-CC94-67FD-DD924899B812}"/>
          </ac:spMkLst>
        </pc:spChg>
      </pc:sldChg>
      <pc:sldChg chg="modSp add replId">
        <pc:chgData name="MATIAS CABRERA" userId="S::matias.cabrera@correo.ucu.edu.uy::ab2b0b0b-f5c1-4fa7-b12a-c4562ff9ba33" providerId="AD" clId="Web-{D17BE754-5848-45A9-C93F-75BF14A6BDB4}" dt="2026-04-27T05:21:49.358" v="1673" actId="20577"/>
        <pc:sldMkLst>
          <pc:docMk/>
          <pc:sldMk cId="4238427655" sldId="321"/>
        </pc:sldMkLst>
        <pc:spChg chg="mod">
          <ac:chgData name="MATIAS CABRERA" userId="S::matias.cabrera@correo.ucu.edu.uy::ab2b0b0b-f5c1-4fa7-b12a-c4562ff9ba33" providerId="AD" clId="Web-{D17BE754-5848-45A9-C93F-75BF14A6BDB4}" dt="2026-04-27T05:21:49.358" v="1673" actId="20577"/>
          <ac:spMkLst>
            <pc:docMk/>
            <pc:sldMk cId="4238427655" sldId="321"/>
            <ac:spMk id="3" creationId="{005A75E1-E89C-721A-44CB-7CD222992C0E}"/>
          </ac:spMkLst>
        </pc:spChg>
        <pc:spChg chg="mod">
          <ac:chgData name="MATIAS CABRERA" userId="S::matias.cabrera@correo.ucu.edu.uy::ab2b0b0b-f5c1-4fa7-b12a-c4562ff9ba33" providerId="AD" clId="Web-{D17BE754-5848-45A9-C93F-75BF14A6BDB4}" dt="2026-04-27T05:19:27.433" v="1621" actId="20577"/>
          <ac:spMkLst>
            <pc:docMk/>
            <pc:sldMk cId="4238427655" sldId="321"/>
            <ac:spMk id="7" creationId="{D8712E46-670B-778D-C23F-04F08C5E3642}"/>
          </ac:spMkLst>
        </pc:spChg>
      </pc:sldChg>
      <pc:sldChg chg="addSp delSp modSp add replId">
        <pc:chgData name="MATIAS CABRERA" userId="S::matias.cabrera@correo.ucu.edu.uy::ab2b0b0b-f5c1-4fa7-b12a-c4562ff9ba33" providerId="AD" clId="Web-{D17BE754-5848-45A9-C93F-75BF14A6BDB4}" dt="2026-04-27T05:28:52.151" v="1785" actId="20577"/>
        <pc:sldMkLst>
          <pc:docMk/>
          <pc:sldMk cId="2916621974" sldId="322"/>
        </pc:sldMkLst>
      </pc:sldChg>
      <pc:sldChg chg="modSp add ord replId">
        <pc:chgData name="MATIAS CABRERA" userId="S::matias.cabrera@correo.ucu.edu.uy::ab2b0b0b-f5c1-4fa7-b12a-c4562ff9ba33" providerId="AD" clId="Web-{D17BE754-5848-45A9-C93F-75BF14A6BDB4}" dt="2026-04-27T05:26:11.065" v="1724"/>
        <pc:sldMkLst>
          <pc:docMk/>
          <pc:sldMk cId="3358046023" sldId="323"/>
        </pc:sldMkLst>
        <pc:spChg chg="mod">
          <ac:chgData name="MATIAS CABRERA" userId="S::matias.cabrera@correo.ucu.edu.uy::ab2b0b0b-f5c1-4fa7-b12a-c4562ff9ba33" providerId="AD" clId="Web-{D17BE754-5848-45A9-C93F-75BF14A6BDB4}" dt="2026-04-27T05:26:02.627" v="1723" actId="20577"/>
          <ac:spMkLst>
            <pc:docMk/>
            <pc:sldMk cId="3358046023" sldId="323"/>
            <ac:spMk id="7" creationId="{C32AFF69-78B8-97EA-C223-B533D0936148}"/>
          </ac:spMkLst>
        </pc:spChg>
      </pc:sldChg>
      <pc:sldChg chg="add replId">
        <pc:chgData name="MATIAS CABRERA" userId="S::matias.cabrera@correo.ucu.edu.uy::ab2b0b0b-f5c1-4fa7-b12a-c4562ff9ba33" providerId="AD" clId="Web-{D17BE754-5848-45A9-C93F-75BF14A6BDB4}" dt="2026-04-27T05:29:12.874" v="1791"/>
        <pc:sldMkLst>
          <pc:docMk/>
          <pc:sldMk cId="1943218457" sldId="324"/>
        </pc:sldMkLst>
      </pc:sldChg>
    </pc:docChg>
  </pc:docChgLst>
  <pc:docChgLst>
    <pc:chgData name="MANUELA GUÉDEZ" userId="S::manuela.guedezl@ucu.edu.uy::da3020a1-21c2-45c2-9515-655c073fd350" providerId="AD" clId="Web-{17FF80A3-AB8A-AB60-8307-9710AAFD0B98}"/>
    <pc:docChg chg="addSld delSld modSld">
      <pc:chgData name="MANUELA GUÉDEZ" userId="S::manuela.guedezl@ucu.edu.uy::da3020a1-21c2-45c2-9515-655c073fd350" providerId="AD" clId="Web-{17FF80A3-AB8A-AB60-8307-9710AAFD0B98}" dt="2026-04-06T13:45:32.319" v="42" actId="14100"/>
      <pc:docMkLst>
        <pc:docMk/>
      </pc:docMkLst>
      <pc:sldChg chg="addSp modSp">
        <pc:chgData name="MANUELA GUÉDEZ" userId="S::manuela.guedezl@ucu.edu.uy::da3020a1-21c2-45c2-9515-655c073fd350" providerId="AD" clId="Web-{17FF80A3-AB8A-AB60-8307-9710AAFD0B98}" dt="2026-04-06T13:42:25.050" v="35" actId="14100"/>
        <pc:sldMkLst>
          <pc:docMk/>
          <pc:sldMk cId="4152935781" sldId="259"/>
        </pc:sldMkLst>
      </pc:sldChg>
    </pc:docChg>
  </pc:docChgLst>
  <pc:docChgLst>
    <pc:chgData name="MATIAS CABRERA" userId="S::matias.cabrera@correo.ucu.edu.uy::ab2b0b0b-f5c1-4fa7-b12a-c4562ff9ba33" providerId="AD" clId="Web-{3F91C8D0-C7F1-58B7-E461-645010274FF0}"/>
    <pc:docChg chg="modSld">
      <pc:chgData name="MATIAS CABRERA" userId="S::matias.cabrera@correo.ucu.edu.uy::ab2b0b0b-f5c1-4fa7-b12a-c4562ff9ba33" providerId="AD" clId="Web-{3F91C8D0-C7F1-58B7-E461-645010274FF0}" dt="2026-04-27T23:44:06.760" v="142" actId="20577"/>
      <pc:docMkLst>
        <pc:docMk/>
      </pc:docMkLst>
      <pc:sldChg chg="addSp delSp modSp">
        <pc:chgData name="MATIAS CABRERA" userId="S::matias.cabrera@correo.ucu.edu.uy::ab2b0b0b-f5c1-4fa7-b12a-c4562ff9ba33" providerId="AD" clId="Web-{3F91C8D0-C7F1-58B7-E461-645010274FF0}" dt="2026-04-27T23:44:06.760" v="142" actId="20577"/>
        <pc:sldMkLst>
          <pc:docMk/>
          <pc:sldMk cId="4152935781" sldId="259"/>
        </pc:sldMkLst>
        <pc:spChg chg="add mod">
          <ac:chgData name="MATIAS CABRERA" userId="S::matias.cabrera@correo.ucu.edu.uy::ab2b0b0b-f5c1-4fa7-b12a-c4562ff9ba33" providerId="AD" clId="Web-{3F91C8D0-C7F1-58B7-E461-645010274FF0}" dt="2026-04-27T23:42:33.894" v="110" actId="20577"/>
          <ac:spMkLst>
            <pc:docMk/>
            <pc:sldMk cId="4152935781" sldId="259"/>
            <ac:spMk id="5" creationId="{C906E833-2946-350A-E94D-B29336E98FB7}"/>
          </ac:spMkLst>
        </pc:spChg>
        <pc:spChg chg="add mod">
          <ac:chgData name="MATIAS CABRERA" userId="S::matias.cabrera@correo.ucu.edu.uy::ab2b0b0b-f5c1-4fa7-b12a-c4562ff9ba33" providerId="AD" clId="Web-{3F91C8D0-C7F1-58B7-E461-645010274FF0}" dt="2026-04-27T23:44:06.760" v="142" actId="20577"/>
          <ac:spMkLst>
            <pc:docMk/>
            <pc:sldMk cId="4152935781" sldId="259"/>
            <ac:spMk id="7" creationId="{CDB117FE-6A4B-381D-EDCD-D654AC32FD2F}"/>
          </ac:spMkLst>
        </pc:spChg>
      </pc:sldChg>
    </pc:docChg>
  </pc:docChgLst>
  <pc:docChgLst>
    <pc:chgData name="MATIAS CABRERA" userId="S::matias.cabrera@correo.ucu.edu.uy::ab2b0b0b-f5c1-4fa7-b12a-c4562ff9ba33" providerId="AD" clId="Web-{2E9BF71F-65BC-D1A6-34F2-183560C22B6A}"/>
    <pc:docChg chg="addSld delSld modSld sldOrd">
      <pc:chgData name="MATIAS CABRERA" userId="S::matias.cabrera@correo.ucu.edu.uy::ab2b0b0b-f5c1-4fa7-b12a-c4562ff9ba33" providerId="AD" clId="Web-{2E9BF71F-65BC-D1A6-34F2-183560C22B6A}" dt="2026-04-27T06:15:32.056" v="491" actId="20577"/>
      <pc:docMkLst>
        <pc:docMk/>
      </pc:docMkLst>
      <pc:sldChg chg="addSp delSp modSp mod modClrScheme chgLayout">
        <pc:chgData name="MATIAS CABRERA" userId="S::matias.cabrera@correo.ucu.edu.uy::ab2b0b0b-f5c1-4fa7-b12a-c4562ff9ba33" providerId="AD" clId="Web-{2E9BF71F-65BC-D1A6-34F2-183560C22B6A}" dt="2026-04-27T05:40:49.511" v="8"/>
        <pc:sldMkLst>
          <pc:docMk/>
          <pc:sldMk cId="2916621974" sldId="322"/>
        </pc:sldMkLst>
        <pc:picChg chg="add mod">
          <ac:chgData name="MATIAS CABRERA" userId="S::matias.cabrera@correo.ucu.edu.uy::ab2b0b0b-f5c1-4fa7-b12a-c4562ff9ba33" providerId="AD" clId="Web-{2E9BF71F-65BC-D1A6-34F2-183560C22B6A}" dt="2026-04-27T05:40:49.511" v="8"/>
          <ac:picMkLst>
            <pc:docMk/>
            <pc:sldMk cId="2916621974" sldId="322"/>
            <ac:picMk id="5" creationId="{402D6766-55BA-10CA-66A1-71E09C76C92F}"/>
          </ac:picMkLst>
        </pc:picChg>
      </pc:sldChg>
      <pc:sldChg chg="modSp ord">
        <pc:chgData name="MATIAS CABRERA" userId="S::matias.cabrera@correo.ucu.edu.uy::ab2b0b0b-f5c1-4fa7-b12a-c4562ff9ba33" providerId="AD" clId="Web-{2E9BF71F-65BC-D1A6-34F2-183560C22B6A}" dt="2026-04-27T05:44:36.283" v="39" actId="20577"/>
        <pc:sldMkLst>
          <pc:docMk/>
          <pc:sldMk cId="1943218457" sldId="324"/>
        </pc:sldMkLst>
        <pc:spChg chg="mod">
          <ac:chgData name="MATIAS CABRERA" userId="S::matias.cabrera@correo.ucu.edu.uy::ab2b0b0b-f5c1-4fa7-b12a-c4562ff9ba33" providerId="AD" clId="Web-{2E9BF71F-65BC-D1A6-34F2-183560C22B6A}" dt="2026-04-27T05:44:36.283" v="39" actId="20577"/>
          <ac:spMkLst>
            <pc:docMk/>
            <pc:sldMk cId="1943218457" sldId="324"/>
            <ac:spMk id="7" creationId="{B5B31B54-F859-CE3F-AF48-8292A169A970}"/>
          </ac:spMkLst>
        </pc:spChg>
      </pc:sldChg>
      <pc:sldChg chg="addSp delSp modSp add replId">
        <pc:chgData name="MATIAS CABRERA" userId="S::matias.cabrera@correo.ucu.edu.uy::ab2b0b0b-f5c1-4fa7-b12a-c4562ff9ba33" providerId="AD" clId="Web-{2E9BF71F-65BC-D1A6-34F2-183560C22B6A}" dt="2026-04-27T05:44:07.531" v="38"/>
        <pc:sldMkLst>
          <pc:docMk/>
          <pc:sldMk cId="206503820" sldId="325"/>
        </pc:sldMkLst>
        <pc:spChg chg="mod">
          <ac:chgData name="MATIAS CABRERA" userId="S::matias.cabrera@correo.ucu.edu.uy::ab2b0b0b-f5c1-4fa7-b12a-c4562ff9ba33" providerId="AD" clId="Web-{2E9BF71F-65BC-D1A6-34F2-183560C22B6A}" dt="2026-04-27T05:43:55.625" v="36" actId="20577"/>
          <ac:spMkLst>
            <pc:docMk/>
            <pc:sldMk cId="206503820" sldId="325"/>
            <ac:spMk id="3" creationId="{7A9EA76C-7B86-1028-19C3-8055BAD2D56E}"/>
          </ac:spMkLst>
        </pc:spChg>
        <pc:picChg chg="add del">
          <ac:chgData name="MATIAS CABRERA" userId="S::matias.cabrera@correo.ucu.edu.uy::ab2b0b0b-f5c1-4fa7-b12a-c4562ff9ba33" providerId="AD" clId="Web-{2E9BF71F-65BC-D1A6-34F2-183560C22B6A}" dt="2026-04-27T05:44:07.531" v="38"/>
          <ac:picMkLst>
            <pc:docMk/>
            <pc:sldMk cId="206503820" sldId="325"/>
            <ac:picMk id="2" creationId="{B25C322A-DBCB-AF33-1B49-8D977AF0DC61}"/>
          </ac:picMkLst>
        </pc:picChg>
      </pc:sldChg>
      <pc:sldChg chg="addSp modSp add ord replId">
        <pc:chgData name="MATIAS CABRERA" userId="S::matias.cabrera@correo.ucu.edu.uy::ab2b0b0b-f5c1-4fa7-b12a-c4562ff9ba33" providerId="AD" clId="Web-{2E9BF71F-65BC-D1A6-34F2-183560C22B6A}" dt="2026-04-27T05:46:55.663" v="65" actId="1076"/>
        <pc:sldMkLst>
          <pc:docMk/>
          <pc:sldMk cId="1946355255" sldId="326"/>
        </pc:sldMkLst>
        <pc:spChg chg="mod">
          <ac:chgData name="MATIAS CABRERA" userId="S::matias.cabrera@correo.ucu.edu.uy::ab2b0b0b-f5c1-4fa7-b12a-c4562ff9ba33" providerId="AD" clId="Web-{2E9BF71F-65BC-D1A6-34F2-183560C22B6A}" dt="2026-04-27T05:46:39.349" v="62" actId="20577"/>
          <ac:spMkLst>
            <pc:docMk/>
            <pc:sldMk cId="1946355255" sldId="326"/>
            <ac:spMk id="3" creationId="{B4F75716-4244-DA83-03BE-329999384C75}"/>
          </ac:spMkLst>
        </pc:spChg>
        <pc:spChg chg="mod">
          <ac:chgData name="MATIAS CABRERA" userId="S::matias.cabrera@correo.ucu.edu.uy::ab2b0b0b-f5c1-4fa7-b12a-c4562ff9ba33" providerId="AD" clId="Web-{2E9BF71F-65BC-D1A6-34F2-183560C22B6A}" dt="2026-04-27T05:45:38.762" v="42" actId="20577"/>
          <ac:spMkLst>
            <pc:docMk/>
            <pc:sldMk cId="1946355255" sldId="326"/>
            <ac:spMk id="7" creationId="{AD225428-CCD1-E4A7-A141-4A1A4B990AD3}"/>
          </ac:spMkLst>
        </pc:spChg>
        <pc:picChg chg="add mod">
          <ac:chgData name="MATIAS CABRERA" userId="S::matias.cabrera@correo.ucu.edu.uy::ab2b0b0b-f5c1-4fa7-b12a-c4562ff9ba33" providerId="AD" clId="Web-{2E9BF71F-65BC-D1A6-34F2-183560C22B6A}" dt="2026-04-27T05:46:55.663" v="65" actId="1076"/>
          <ac:picMkLst>
            <pc:docMk/>
            <pc:sldMk cId="1946355255" sldId="326"/>
            <ac:picMk id="2" creationId="{3E5A427E-F908-47FA-4014-692C11166640}"/>
          </ac:picMkLst>
        </pc:picChg>
      </pc:sldChg>
      <pc:sldChg chg="delSp modSp add replId">
        <pc:chgData name="MATIAS CABRERA" userId="S::matias.cabrera@correo.ucu.edu.uy::ab2b0b0b-f5c1-4fa7-b12a-c4562ff9ba33" providerId="AD" clId="Web-{2E9BF71F-65BC-D1A6-34F2-183560C22B6A}" dt="2026-04-27T05:51:08.168" v="144" actId="20577"/>
        <pc:sldMkLst>
          <pc:docMk/>
          <pc:sldMk cId="3373697205" sldId="327"/>
        </pc:sldMkLst>
        <pc:spChg chg="mod">
          <ac:chgData name="MATIAS CABRERA" userId="S::matias.cabrera@correo.ucu.edu.uy::ab2b0b0b-f5c1-4fa7-b12a-c4562ff9ba33" providerId="AD" clId="Web-{2E9BF71F-65BC-D1A6-34F2-183560C22B6A}" dt="2026-04-27T05:51:08.168" v="144" actId="20577"/>
          <ac:spMkLst>
            <pc:docMk/>
            <pc:sldMk cId="3373697205" sldId="327"/>
            <ac:spMk id="3" creationId="{2EFA0409-2ED9-D472-17F1-685685DD5AFB}"/>
          </ac:spMkLst>
        </pc:spChg>
        <pc:spChg chg="mod">
          <ac:chgData name="MATIAS CABRERA" userId="S::matias.cabrera@correo.ucu.edu.uy::ab2b0b0b-f5c1-4fa7-b12a-c4562ff9ba33" providerId="AD" clId="Web-{2E9BF71F-65BC-D1A6-34F2-183560C22B6A}" dt="2026-04-27T05:47:24.119" v="68" actId="20577"/>
          <ac:spMkLst>
            <pc:docMk/>
            <pc:sldMk cId="3373697205" sldId="327"/>
            <ac:spMk id="7" creationId="{05D0E555-701D-D1AB-CB47-8300CF4A9CE2}"/>
          </ac:spMkLst>
        </pc:spChg>
      </pc:sldChg>
      <pc:sldChg chg="addSp delSp modSp add replId">
        <pc:chgData name="MATIAS CABRERA" userId="S::matias.cabrera@correo.ucu.edu.uy::ab2b0b0b-f5c1-4fa7-b12a-c4562ff9ba33" providerId="AD" clId="Web-{2E9BF71F-65BC-D1A6-34F2-183560C22B6A}" dt="2026-04-27T05:52:56.704" v="156"/>
        <pc:sldMkLst>
          <pc:docMk/>
          <pc:sldMk cId="3986842019" sldId="328"/>
        </pc:sldMkLst>
        <pc:spChg chg="mod">
          <ac:chgData name="MATIAS CABRERA" userId="S::matias.cabrera@correo.ucu.edu.uy::ab2b0b0b-f5c1-4fa7-b12a-c4562ff9ba33" providerId="AD" clId="Web-{2E9BF71F-65BC-D1A6-34F2-183560C22B6A}" dt="2026-04-27T05:52:10.359" v="154" actId="20577"/>
          <ac:spMkLst>
            <pc:docMk/>
            <pc:sldMk cId="3986842019" sldId="328"/>
            <ac:spMk id="3" creationId="{52C7A0FC-833F-2434-EB2A-FC251EEDF58B}"/>
          </ac:spMkLst>
        </pc:spChg>
        <pc:picChg chg="add mod">
          <ac:chgData name="MATIAS CABRERA" userId="S::matias.cabrera@correo.ucu.edu.uy::ab2b0b0b-f5c1-4fa7-b12a-c4562ff9ba33" providerId="AD" clId="Web-{2E9BF71F-65BC-D1A6-34F2-183560C22B6A}" dt="2026-04-27T05:52:03.624" v="153"/>
          <ac:picMkLst>
            <pc:docMk/>
            <pc:sldMk cId="3986842019" sldId="328"/>
            <ac:picMk id="2" creationId="{FCE3B96C-07F2-336D-9142-876DA678D35E}"/>
          </ac:picMkLst>
        </pc:picChg>
      </pc:sldChg>
      <pc:sldChg chg="delSp modSp add replId">
        <pc:chgData name="MATIAS CABRERA" userId="S::matias.cabrera@correo.ucu.edu.uy::ab2b0b0b-f5c1-4fa7-b12a-c4562ff9ba33" providerId="AD" clId="Web-{2E9BF71F-65BC-D1A6-34F2-183560C22B6A}" dt="2026-04-27T05:56:07.835" v="213" actId="20577"/>
        <pc:sldMkLst>
          <pc:docMk/>
          <pc:sldMk cId="3741463348" sldId="329"/>
        </pc:sldMkLst>
        <pc:spChg chg="mod">
          <ac:chgData name="MATIAS CABRERA" userId="S::matias.cabrera@correo.ucu.edu.uy::ab2b0b0b-f5c1-4fa7-b12a-c4562ff9ba33" providerId="AD" clId="Web-{2E9BF71F-65BC-D1A6-34F2-183560C22B6A}" dt="2026-04-27T05:56:07.835" v="213" actId="20577"/>
          <ac:spMkLst>
            <pc:docMk/>
            <pc:sldMk cId="3741463348" sldId="329"/>
            <ac:spMk id="3" creationId="{5EA2FD27-3E9A-F18B-387E-3086AF402175}"/>
          </ac:spMkLst>
        </pc:spChg>
        <pc:spChg chg="mod">
          <ac:chgData name="MATIAS CABRERA" userId="S::matias.cabrera@correo.ucu.edu.uy::ab2b0b0b-f5c1-4fa7-b12a-c4562ff9ba33" providerId="AD" clId="Web-{2E9BF71F-65BC-D1A6-34F2-183560C22B6A}" dt="2026-04-27T05:53:41.456" v="159" actId="20577"/>
          <ac:spMkLst>
            <pc:docMk/>
            <pc:sldMk cId="3741463348" sldId="329"/>
            <ac:spMk id="7" creationId="{505855C4-5BAA-3260-8464-346C88FD80C8}"/>
          </ac:spMkLst>
        </pc:spChg>
      </pc:sldChg>
      <pc:sldChg chg="addSp delSp modSp add replId">
        <pc:chgData name="MATIAS CABRERA" userId="S::matias.cabrera@correo.ucu.edu.uy::ab2b0b0b-f5c1-4fa7-b12a-c4562ff9ba33" providerId="AD" clId="Web-{2E9BF71F-65BC-D1A6-34F2-183560C22B6A}" dt="2026-04-27T05:57:18.118" v="250" actId="1076"/>
        <pc:sldMkLst>
          <pc:docMk/>
          <pc:sldMk cId="2201094868" sldId="330"/>
        </pc:sldMkLst>
        <pc:spChg chg="add mod">
          <ac:chgData name="MATIAS CABRERA" userId="S::matias.cabrera@correo.ucu.edu.uy::ab2b0b0b-f5c1-4fa7-b12a-c4562ff9ba33" providerId="AD" clId="Web-{2E9BF71F-65BC-D1A6-34F2-183560C22B6A}" dt="2026-04-27T05:57:14.587" v="241"/>
          <ac:spMkLst>
            <pc:docMk/>
            <pc:sldMk cId="2201094868" sldId="330"/>
            <ac:spMk id="12" creationId="{BE4ACE9D-D9D5-AEC9-0AF8-B88F2FA39307}"/>
          </ac:spMkLst>
        </pc:spChg>
        <pc:spChg chg="mod">
          <ac:chgData name="MATIAS CABRERA" userId="S::matias.cabrera@correo.ucu.edu.uy::ab2b0b0b-f5c1-4fa7-b12a-c4562ff9ba33" providerId="AD" clId="Web-{2E9BF71F-65BC-D1A6-34F2-183560C22B6A}" dt="2026-04-27T05:57:14.587" v="242"/>
          <ac:spMkLst>
            <pc:docMk/>
            <pc:sldMk cId="2201094868" sldId="330"/>
            <ac:spMk id="14" creationId="{10BFB115-5EE7-B686-6CD4-398582941C93}"/>
          </ac:spMkLst>
        </pc:spChg>
        <pc:spChg chg="add mod">
          <ac:chgData name="MATIAS CABRERA" userId="S::matias.cabrera@correo.ucu.edu.uy::ab2b0b0b-f5c1-4fa7-b12a-c4562ff9ba33" providerId="AD" clId="Web-{2E9BF71F-65BC-D1A6-34F2-183560C22B6A}" dt="2026-04-27T05:57:14.587" v="243"/>
          <ac:spMkLst>
            <pc:docMk/>
            <pc:sldMk cId="2201094868" sldId="330"/>
            <ac:spMk id="15" creationId="{9B7E2B25-92D0-5965-35DE-755A8DD9C791}"/>
          </ac:spMkLst>
        </pc:spChg>
        <pc:spChg chg="add mod">
          <ac:chgData name="MATIAS CABRERA" userId="S::matias.cabrera@correo.ucu.edu.uy::ab2b0b0b-f5c1-4fa7-b12a-c4562ff9ba33" providerId="AD" clId="Web-{2E9BF71F-65BC-D1A6-34F2-183560C22B6A}" dt="2026-04-27T05:57:14.587" v="244"/>
          <ac:spMkLst>
            <pc:docMk/>
            <pc:sldMk cId="2201094868" sldId="330"/>
            <ac:spMk id="16" creationId="{02932A66-0BC9-E7DA-B174-C46C7B70A897}"/>
          </ac:spMkLst>
        </pc:spChg>
        <pc:spChg chg="mod">
          <ac:chgData name="MATIAS CABRERA" userId="S::matias.cabrera@correo.ucu.edu.uy::ab2b0b0b-f5c1-4fa7-b12a-c4562ff9ba33" providerId="AD" clId="Web-{2E9BF71F-65BC-D1A6-34F2-183560C22B6A}" dt="2026-04-27T05:57:14.587" v="245"/>
          <ac:spMkLst>
            <pc:docMk/>
            <pc:sldMk cId="2201094868" sldId="330"/>
            <ac:spMk id="17" creationId="{1076F4D2-4D02-CAA2-D4C5-28622A7D4A04}"/>
          </ac:spMkLst>
        </pc:spChg>
        <pc:spChg chg="mod">
          <ac:chgData name="MATIAS CABRERA" userId="S::matias.cabrera@correo.ucu.edu.uy::ab2b0b0b-f5c1-4fa7-b12a-c4562ff9ba33" providerId="AD" clId="Web-{2E9BF71F-65BC-D1A6-34F2-183560C22B6A}" dt="2026-04-27T05:57:14.587" v="246"/>
          <ac:spMkLst>
            <pc:docMk/>
            <pc:sldMk cId="2201094868" sldId="330"/>
            <ac:spMk id="18" creationId="{9517DB0C-E506-C516-F84F-E373BA71CFCB}"/>
          </ac:spMkLst>
        </pc:spChg>
        <pc:spChg chg="add mod">
          <ac:chgData name="MATIAS CABRERA" userId="S::matias.cabrera@correo.ucu.edu.uy::ab2b0b0b-f5c1-4fa7-b12a-c4562ff9ba33" providerId="AD" clId="Web-{2E9BF71F-65BC-D1A6-34F2-183560C22B6A}" dt="2026-04-27T05:57:14.587" v="247"/>
          <ac:spMkLst>
            <pc:docMk/>
            <pc:sldMk cId="2201094868" sldId="330"/>
            <ac:spMk id="19" creationId="{42790CF5-8943-FCD3-37F3-884EB490CAF9}"/>
          </ac:spMkLst>
        </pc:spChg>
        <pc:spChg chg="mod">
          <ac:chgData name="MATIAS CABRERA" userId="S::matias.cabrera@correo.ucu.edu.uy::ab2b0b0b-f5c1-4fa7-b12a-c4562ff9ba33" providerId="AD" clId="Web-{2E9BF71F-65BC-D1A6-34F2-183560C22B6A}" dt="2026-04-27T05:57:14.587" v="248"/>
          <ac:spMkLst>
            <pc:docMk/>
            <pc:sldMk cId="2201094868" sldId="330"/>
            <ac:spMk id="20" creationId="{EC058EF3-1C00-A518-C67C-6A83EAF55DAF}"/>
          </ac:spMkLst>
        </pc:spChg>
        <pc:spChg chg="mod">
          <ac:chgData name="MATIAS CABRERA" userId="S::matias.cabrera@correo.ucu.edu.uy::ab2b0b0b-f5c1-4fa7-b12a-c4562ff9ba33" providerId="AD" clId="Web-{2E9BF71F-65BC-D1A6-34F2-183560C22B6A}" dt="2026-04-27T05:57:18.118" v="250" actId="1076"/>
          <ac:spMkLst>
            <pc:docMk/>
            <pc:sldMk cId="2201094868" sldId="330"/>
            <ac:spMk id="21" creationId="{74A43BE6-E72C-C2B2-D10B-09E27A488A8C}"/>
          </ac:spMkLst>
        </pc:spChg>
        <pc:spChg chg="add mod">
          <ac:chgData name="MATIAS CABRERA" userId="S::matias.cabrera@correo.ucu.edu.uy::ab2b0b0b-f5c1-4fa7-b12a-c4562ff9ba33" providerId="AD" clId="Web-{2E9BF71F-65BC-D1A6-34F2-183560C22B6A}" dt="2026-04-27T05:57:14.571" v="238"/>
          <ac:spMkLst>
            <pc:docMk/>
            <pc:sldMk cId="2201094868" sldId="330"/>
            <ac:spMk id="22" creationId="{2B4923F3-66D0-AD5F-E2B6-BDE31179B10C}"/>
          </ac:spMkLst>
        </pc:spChg>
        <pc:spChg chg="add mod">
          <ac:chgData name="MATIAS CABRERA" userId="S::matias.cabrera@correo.ucu.edu.uy::ab2b0b0b-f5c1-4fa7-b12a-c4562ff9ba33" providerId="AD" clId="Web-{2E9BF71F-65BC-D1A6-34F2-183560C22B6A}" dt="2026-04-27T05:57:14.571" v="239"/>
          <ac:spMkLst>
            <pc:docMk/>
            <pc:sldMk cId="2201094868" sldId="330"/>
            <ac:spMk id="23" creationId="{75333CD9-CE45-3190-7C02-F0073C570325}"/>
          </ac:spMkLst>
        </pc:spChg>
        <pc:spChg chg="add mod">
          <ac:chgData name="MATIAS CABRERA" userId="S::matias.cabrera@correo.ucu.edu.uy::ab2b0b0b-f5c1-4fa7-b12a-c4562ff9ba33" providerId="AD" clId="Web-{2E9BF71F-65BC-D1A6-34F2-183560C22B6A}" dt="2026-04-27T05:57:14.571" v="240"/>
          <ac:spMkLst>
            <pc:docMk/>
            <pc:sldMk cId="2201094868" sldId="330"/>
            <ac:spMk id="24" creationId="{34BAB061-1509-BE27-1588-F89F4BC6A86B}"/>
          </ac:spMkLst>
        </pc:spChg>
        <pc:spChg chg="add mod">
          <ac:chgData name="MATIAS CABRERA" userId="S::matias.cabrera@correo.ucu.edu.uy::ab2b0b0b-f5c1-4fa7-b12a-c4562ff9ba33" providerId="AD" clId="Web-{2E9BF71F-65BC-D1A6-34F2-183560C22B6A}" dt="2026-04-27T05:57:14.571" v="235"/>
          <ac:spMkLst>
            <pc:docMk/>
            <pc:sldMk cId="2201094868" sldId="330"/>
            <ac:spMk id="26" creationId="{67C9FBE4-F293-4E46-6350-2B7C73AD3588}"/>
          </ac:spMkLst>
        </pc:spChg>
        <pc:spChg chg="add mod">
          <ac:chgData name="MATIAS CABRERA" userId="S::matias.cabrera@correo.ucu.edu.uy::ab2b0b0b-f5c1-4fa7-b12a-c4562ff9ba33" providerId="AD" clId="Web-{2E9BF71F-65BC-D1A6-34F2-183560C22B6A}" dt="2026-04-27T05:57:14.571" v="236"/>
          <ac:spMkLst>
            <pc:docMk/>
            <pc:sldMk cId="2201094868" sldId="330"/>
            <ac:spMk id="27" creationId="{27A713EC-0F69-1C36-425C-47106B5FF1A5}"/>
          </ac:spMkLst>
        </pc:spChg>
        <pc:spChg chg="add mod">
          <ac:chgData name="MATIAS CABRERA" userId="S::matias.cabrera@correo.ucu.edu.uy::ab2b0b0b-f5c1-4fa7-b12a-c4562ff9ba33" providerId="AD" clId="Web-{2E9BF71F-65BC-D1A6-34F2-183560C22B6A}" dt="2026-04-27T05:57:14.571" v="237"/>
          <ac:spMkLst>
            <pc:docMk/>
            <pc:sldMk cId="2201094868" sldId="330"/>
            <ac:spMk id="28" creationId="{96586225-362D-FACB-C850-BCE68FBA42B7}"/>
          </ac:spMkLst>
        </pc:spChg>
        <pc:grpChg chg="mod">
          <ac:chgData name="MATIAS CABRERA" userId="S::matias.cabrera@correo.ucu.edu.uy::ab2b0b0b-f5c1-4fa7-b12a-c4562ff9ba33" providerId="AD" clId="Web-{2E9BF71F-65BC-D1A6-34F2-183560C22B6A}" dt="2026-04-27T05:57:03.493" v="218" actId="1076"/>
          <ac:grpSpMkLst>
            <pc:docMk/>
            <pc:sldMk cId="2201094868" sldId="330"/>
            <ac:grpSpMk id="5" creationId="{CF82579F-8EBE-A880-481F-DDE04262853E}"/>
          </ac:grpSpMkLst>
        </pc:grpChg>
        <pc:grpChg chg="mod">
          <ac:chgData name="MATIAS CABRERA" userId="S::matias.cabrera@correo.ucu.edu.uy::ab2b0b0b-f5c1-4fa7-b12a-c4562ff9ba33" providerId="AD" clId="Web-{2E9BF71F-65BC-D1A6-34F2-183560C22B6A}" dt="2026-04-27T05:57:03.556" v="223" actId="1076"/>
          <ac:grpSpMkLst>
            <pc:docMk/>
            <pc:sldMk cId="2201094868" sldId="330"/>
            <ac:grpSpMk id="11" creationId="{B6DC3A08-0D6C-4588-E62D-0D85CCB0CCA0}"/>
          </ac:grpSpMkLst>
        </pc:grpChg>
        <pc:picChg chg="mod">
          <ac:chgData name="MATIAS CABRERA" userId="S::matias.cabrera@correo.ucu.edu.uy::ab2b0b0b-f5c1-4fa7-b12a-c4562ff9ba33" providerId="AD" clId="Web-{2E9BF71F-65BC-D1A6-34F2-183560C22B6A}" dt="2026-04-27T05:57:03.587" v="225" actId="1076"/>
          <ac:picMkLst>
            <pc:docMk/>
            <pc:sldMk cId="2201094868" sldId="330"/>
            <ac:picMk id="13" creationId="{E0F207AA-BC5C-3E1A-166F-581F90715744}"/>
          </ac:picMkLst>
        </pc:picChg>
        <pc:cxnChg chg="mod">
          <ac:chgData name="MATIAS CABRERA" userId="S::matias.cabrera@correo.ucu.edu.uy::ab2b0b0b-f5c1-4fa7-b12a-c4562ff9ba33" providerId="AD" clId="Web-{2E9BF71F-65BC-D1A6-34F2-183560C22B6A}" dt="2026-04-27T05:57:03.493" v="219" actId="1076"/>
          <ac:cxnSpMkLst>
            <pc:docMk/>
            <pc:sldMk cId="2201094868" sldId="330"/>
            <ac:cxnSpMk id="6" creationId="{2B536EB1-3AEE-48F3-7199-5CF193CB5153}"/>
          </ac:cxnSpMkLst>
        </pc:cxnChg>
        <pc:cxnChg chg="mod">
          <ac:chgData name="MATIAS CABRERA" userId="S::matias.cabrera@correo.ucu.edu.uy::ab2b0b0b-f5c1-4fa7-b12a-c4562ff9ba33" providerId="AD" clId="Web-{2E9BF71F-65BC-D1A6-34F2-183560C22B6A}" dt="2026-04-27T05:57:03.509" v="220" actId="1076"/>
          <ac:cxnSpMkLst>
            <pc:docMk/>
            <pc:sldMk cId="2201094868" sldId="330"/>
            <ac:cxnSpMk id="8" creationId="{65E98303-C422-7694-2E92-BDBC0EE538BF}"/>
          </ac:cxnSpMkLst>
        </pc:cxnChg>
        <pc:cxnChg chg="mod">
          <ac:chgData name="MATIAS CABRERA" userId="S::matias.cabrera@correo.ucu.edu.uy::ab2b0b0b-f5c1-4fa7-b12a-c4562ff9ba33" providerId="AD" clId="Web-{2E9BF71F-65BC-D1A6-34F2-183560C22B6A}" dt="2026-04-27T05:57:03.524" v="221" actId="1076"/>
          <ac:cxnSpMkLst>
            <pc:docMk/>
            <pc:sldMk cId="2201094868" sldId="330"/>
            <ac:cxnSpMk id="9" creationId="{B8D7FD54-B5E7-9C90-668A-ED8E546B9479}"/>
          </ac:cxnSpMkLst>
        </pc:cxnChg>
        <pc:cxnChg chg="mod">
          <ac:chgData name="MATIAS CABRERA" userId="S::matias.cabrera@correo.ucu.edu.uy::ab2b0b0b-f5c1-4fa7-b12a-c4562ff9ba33" providerId="AD" clId="Web-{2E9BF71F-65BC-D1A6-34F2-183560C22B6A}" dt="2026-04-27T05:57:03.540" v="222" actId="1076"/>
          <ac:cxnSpMkLst>
            <pc:docMk/>
            <pc:sldMk cId="2201094868" sldId="330"/>
            <ac:cxnSpMk id="10" creationId="{AFC8C27D-C810-A410-7851-768A55CAF3B5}"/>
          </ac:cxnSpMkLst>
        </pc:cxnChg>
      </pc:sldChg>
      <pc:sldChg chg="modSp add ord replId">
        <pc:chgData name="MATIAS CABRERA" userId="S::matias.cabrera@correo.ucu.edu.uy::ab2b0b0b-f5c1-4fa7-b12a-c4562ff9ba33" providerId="AD" clId="Web-{2E9BF71F-65BC-D1A6-34F2-183560C22B6A}" dt="2026-04-27T06:02:08.098" v="294" actId="1076"/>
        <pc:sldMkLst>
          <pc:docMk/>
          <pc:sldMk cId="1963961397" sldId="331"/>
        </pc:sldMkLst>
        <pc:spChg chg="mod">
          <ac:chgData name="MATIAS CABRERA" userId="S::matias.cabrera@correo.ucu.edu.uy::ab2b0b0b-f5c1-4fa7-b12a-c4562ff9ba33" providerId="AD" clId="Web-{2E9BF71F-65BC-D1A6-34F2-183560C22B6A}" dt="2026-04-27T06:02:08.098" v="294" actId="1076"/>
          <ac:spMkLst>
            <pc:docMk/>
            <pc:sldMk cId="1963961397" sldId="331"/>
            <ac:spMk id="3" creationId="{3AB6F3C3-4B7E-C9A7-2807-78C84C06E714}"/>
          </ac:spMkLst>
        </pc:spChg>
        <pc:spChg chg="mod">
          <ac:chgData name="MATIAS CABRERA" userId="S::matias.cabrera@correo.ucu.edu.uy::ab2b0b0b-f5c1-4fa7-b12a-c4562ff9ba33" providerId="AD" clId="Web-{2E9BF71F-65BC-D1A6-34F2-183560C22B6A}" dt="2026-04-27T05:58:41.308" v="256" actId="20577"/>
          <ac:spMkLst>
            <pc:docMk/>
            <pc:sldMk cId="1963961397" sldId="331"/>
            <ac:spMk id="7" creationId="{7B7C27B8-67CC-1DA4-67B7-418C1825C6FF}"/>
          </ac:spMkLst>
        </pc:spChg>
      </pc:sldChg>
      <pc:sldChg chg="modSp add ord replId">
        <pc:chgData name="MATIAS CABRERA" userId="S::matias.cabrera@correo.ucu.edu.uy::ab2b0b0b-f5c1-4fa7-b12a-c4562ff9ba33" providerId="AD" clId="Web-{2E9BF71F-65BC-D1A6-34F2-183560C22B6A}" dt="2026-04-27T06:01:44.375" v="292" actId="20577"/>
        <pc:sldMkLst>
          <pc:docMk/>
          <pc:sldMk cId="3291476583" sldId="332"/>
        </pc:sldMkLst>
        <pc:spChg chg="mod">
          <ac:chgData name="MATIAS CABRERA" userId="S::matias.cabrera@correo.ucu.edu.uy::ab2b0b0b-f5c1-4fa7-b12a-c4562ff9ba33" providerId="AD" clId="Web-{2E9BF71F-65BC-D1A6-34F2-183560C22B6A}" dt="2026-04-27T06:01:44.375" v="292" actId="20577"/>
          <ac:spMkLst>
            <pc:docMk/>
            <pc:sldMk cId="3291476583" sldId="332"/>
            <ac:spMk id="3" creationId="{41D24956-4E0A-CE94-5A3F-A7D8EEC8E060}"/>
          </ac:spMkLst>
        </pc:spChg>
        <pc:spChg chg="mod">
          <ac:chgData name="MATIAS CABRERA" userId="S::matias.cabrera@correo.ucu.edu.uy::ab2b0b0b-f5c1-4fa7-b12a-c4562ff9ba33" providerId="AD" clId="Web-{2E9BF71F-65BC-D1A6-34F2-183560C22B6A}" dt="2026-04-27T06:00:14.591" v="269" actId="20577"/>
          <ac:spMkLst>
            <pc:docMk/>
            <pc:sldMk cId="3291476583" sldId="332"/>
            <ac:spMk id="7" creationId="{3993F9E8-1631-F673-6F5A-4FC9FD22AC52}"/>
          </ac:spMkLst>
        </pc:spChg>
      </pc:sldChg>
      <pc:sldChg chg="addSp delSp modSp add replId">
        <pc:chgData name="MATIAS CABRERA" userId="S::matias.cabrera@correo.ucu.edu.uy::ab2b0b0b-f5c1-4fa7-b12a-c4562ff9ba33" providerId="AD" clId="Web-{2E9BF71F-65BC-D1A6-34F2-183560C22B6A}" dt="2026-04-27T06:02:35.431" v="298" actId="1076"/>
        <pc:sldMkLst>
          <pc:docMk/>
          <pc:sldMk cId="3063150005" sldId="333"/>
        </pc:sldMkLst>
        <pc:spChg chg="mod">
          <ac:chgData name="MATIAS CABRERA" userId="S::matias.cabrera@correo.ucu.edu.uy::ab2b0b0b-f5c1-4fa7-b12a-c4562ff9ba33" providerId="AD" clId="Web-{2E9BF71F-65BC-D1A6-34F2-183560C22B6A}" dt="2026-04-27T06:02:20.209" v="295" actId="20577"/>
          <ac:spMkLst>
            <pc:docMk/>
            <pc:sldMk cId="3063150005" sldId="333"/>
            <ac:spMk id="7" creationId="{E83686B5-05E6-1031-21C2-B5EAD1218C4F}"/>
          </ac:spMkLst>
        </pc:spChg>
        <pc:picChg chg="add mod">
          <ac:chgData name="MATIAS CABRERA" userId="S::matias.cabrera@correo.ucu.edu.uy::ab2b0b0b-f5c1-4fa7-b12a-c4562ff9ba33" providerId="AD" clId="Web-{2E9BF71F-65BC-D1A6-34F2-183560C22B6A}" dt="2026-04-27T06:02:35.431" v="298" actId="1076"/>
          <ac:picMkLst>
            <pc:docMk/>
            <pc:sldMk cId="3063150005" sldId="333"/>
            <ac:picMk id="2" creationId="{3A62F4C0-E45D-0104-4F0E-82C90FC53DAC}"/>
          </ac:picMkLst>
        </pc:picChg>
      </pc:sldChg>
      <pc:sldChg chg="addSp delSp modSp add replId">
        <pc:chgData name="MATIAS CABRERA" userId="S::matias.cabrera@correo.ucu.edu.uy::ab2b0b0b-f5c1-4fa7-b12a-c4562ff9ba33" providerId="AD" clId="Web-{2E9BF71F-65BC-D1A6-34F2-183560C22B6A}" dt="2026-04-27T06:03:28.251" v="314" actId="1076"/>
        <pc:sldMkLst>
          <pc:docMk/>
          <pc:sldMk cId="2299977238" sldId="334"/>
        </pc:sldMkLst>
        <pc:spChg chg="mod">
          <ac:chgData name="MATIAS CABRERA" userId="S::matias.cabrera@correo.ucu.edu.uy::ab2b0b0b-f5c1-4fa7-b12a-c4562ff9ba33" providerId="AD" clId="Web-{2E9BF71F-65BC-D1A6-34F2-183560C22B6A}" dt="2026-04-27T06:03:15.030" v="308" actId="20577"/>
          <ac:spMkLst>
            <pc:docMk/>
            <pc:sldMk cId="2299977238" sldId="334"/>
            <ac:spMk id="7" creationId="{50F723E4-BE16-95D2-E6A4-AB4E69901EF9}"/>
          </ac:spMkLst>
        </pc:spChg>
        <pc:picChg chg="add mod">
          <ac:chgData name="MATIAS CABRERA" userId="S::matias.cabrera@correo.ucu.edu.uy::ab2b0b0b-f5c1-4fa7-b12a-c4562ff9ba33" providerId="AD" clId="Web-{2E9BF71F-65BC-D1A6-34F2-183560C22B6A}" dt="2026-04-27T06:03:28.251" v="314" actId="1076"/>
          <ac:picMkLst>
            <pc:docMk/>
            <pc:sldMk cId="2299977238" sldId="334"/>
            <ac:picMk id="5" creationId="{516CCEB9-F5A2-8536-0A2C-B61FBB30226C}"/>
          </ac:picMkLst>
        </pc:picChg>
      </pc:sldChg>
      <pc:sldChg chg="addSp delSp modSp add replId">
        <pc:chgData name="MATIAS CABRERA" userId="S::matias.cabrera@correo.ucu.edu.uy::ab2b0b0b-f5c1-4fa7-b12a-c4562ff9ba33" providerId="AD" clId="Web-{2E9BF71F-65BC-D1A6-34F2-183560C22B6A}" dt="2026-04-27T06:04:16.835" v="323" actId="1076"/>
        <pc:sldMkLst>
          <pc:docMk/>
          <pc:sldMk cId="572296984" sldId="335"/>
        </pc:sldMkLst>
        <pc:spChg chg="mod">
          <ac:chgData name="MATIAS CABRERA" userId="S::matias.cabrera@correo.ucu.edu.uy::ab2b0b0b-f5c1-4fa7-b12a-c4562ff9ba33" providerId="AD" clId="Web-{2E9BF71F-65BC-D1A6-34F2-183560C22B6A}" dt="2026-04-27T06:03:45.956" v="316" actId="20577"/>
          <ac:spMkLst>
            <pc:docMk/>
            <pc:sldMk cId="572296984" sldId="335"/>
            <ac:spMk id="7" creationId="{5E9F83A3-1D01-C188-D236-776909DDD9EF}"/>
          </ac:spMkLst>
        </pc:spChg>
        <pc:picChg chg="add mod">
          <ac:chgData name="MATIAS CABRERA" userId="S::matias.cabrera@correo.ucu.edu.uy::ab2b0b0b-f5c1-4fa7-b12a-c4562ff9ba33" providerId="AD" clId="Web-{2E9BF71F-65BC-D1A6-34F2-183560C22B6A}" dt="2026-04-27T06:04:16.835" v="323" actId="1076"/>
          <ac:picMkLst>
            <pc:docMk/>
            <pc:sldMk cId="572296984" sldId="335"/>
            <ac:picMk id="2" creationId="{9898856A-2F50-CC3A-D5C1-DA4027E0F0B5}"/>
          </ac:picMkLst>
        </pc:picChg>
      </pc:sldChg>
      <pc:sldChg chg="modSp add replId">
        <pc:chgData name="MATIAS CABRERA" userId="S::matias.cabrera@correo.ucu.edu.uy::ab2b0b0b-f5c1-4fa7-b12a-c4562ff9ba33" providerId="AD" clId="Web-{2E9BF71F-65BC-D1A6-34F2-183560C22B6A}" dt="2026-04-27T06:05:15.982" v="333" actId="20577"/>
        <pc:sldMkLst>
          <pc:docMk/>
          <pc:sldMk cId="704718170" sldId="336"/>
        </pc:sldMkLst>
        <pc:spChg chg="mod">
          <ac:chgData name="MATIAS CABRERA" userId="S::matias.cabrera@correo.ucu.edu.uy::ab2b0b0b-f5c1-4fa7-b12a-c4562ff9ba33" providerId="AD" clId="Web-{2E9BF71F-65BC-D1A6-34F2-183560C22B6A}" dt="2026-04-27T06:05:15.982" v="333" actId="20577"/>
          <ac:spMkLst>
            <pc:docMk/>
            <pc:sldMk cId="704718170" sldId="336"/>
            <ac:spMk id="3" creationId="{0313BF64-B020-4813-9892-0429013FF4DB}"/>
          </ac:spMkLst>
        </pc:spChg>
        <pc:spChg chg="mod">
          <ac:chgData name="MATIAS CABRERA" userId="S::matias.cabrera@correo.ucu.edu.uy::ab2b0b0b-f5c1-4fa7-b12a-c4562ff9ba33" providerId="AD" clId="Web-{2E9BF71F-65BC-D1A6-34F2-183560C22B6A}" dt="2026-04-27T06:04:39.916" v="327" actId="20577"/>
          <ac:spMkLst>
            <pc:docMk/>
            <pc:sldMk cId="704718170" sldId="336"/>
            <ac:spMk id="7" creationId="{3AF2ABD5-B56F-21C1-8F2B-A8D2FAF43FD4}"/>
          </ac:spMkLst>
        </pc:spChg>
      </pc:sldChg>
      <pc:sldChg chg="addSp delSp modSp add replId">
        <pc:chgData name="MATIAS CABRERA" userId="S::matias.cabrera@correo.ucu.edu.uy::ab2b0b0b-f5c1-4fa7-b12a-c4562ff9ba33" providerId="AD" clId="Web-{2E9BF71F-65BC-D1A6-34F2-183560C22B6A}" dt="2026-04-27T06:07:17.772" v="365"/>
        <pc:sldMkLst>
          <pc:docMk/>
          <pc:sldMk cId="386307021" sldId="337"/>
        </pc:sldMkLst>
        <pc:spChg chg="mod">
          <ac:chgData name="MATIAS CABRERA" userId="S::matias.cabrera@correo.ucu.edu.uy::ab2b0b0b-f5c1-4fa7-b12a-c4562ff9ba33" providerId="AD" clId="Web-{2E9BF71F-65BC-D1A6-34F2-183560C22B6A}" dt="2026-04-27T06:06:55.599" v="363" actId="20577"/>
          <ac:spMkLst>
            <pc:docMk/>
            <pc:sldMk cId="386307021" sldId="337"/>
            <ac:spMk id="3" creationId="{F3B7D719-F4B7-E59E-FD65-FB906EEA3CEC}"/>
          </ac:spMkLst>
        </pc:spChg>
        <pc:spChg chg="mod">
          <ac:chgData name="MATIAS CABRERA" userId="S::matias.cabrera@correo.ucu.edu.uy::ab2b0b0b-f5c1-4fa7-b12a-c4562ff9ba33" providerId="AD" clId="Web-{2E9BF71F-65BC-D1A6-34F2-183560C22B6A}" dt="2026-04-27T06:05:28.061" v="335" actId="20577"/>
          <ac:spMkLst>
            <pc:docMk/>
            <pc:sldMk cId="386307021" sldId="337"/>
            <ac:spMk id="7" creationId="{3723B9F3-2365-A22B-E0B9-458FB7476D81}"/>
          </ac:spMkLst>
        </pc:spChg>
        <pc:picChg chg="add">
          <ac:chgData name="MATIAS CABRERA" userId="S::matias.cabrera@correo.ucu.edu.uy::ab2b0b0b-f5c1-4fa7-b12a-c4562ff9ba33" providerId="AD" clId="Web-{2E9BF71F-65BC-D1A6-34F2-183560C22B6A}" dt="2026-04-27T06:06:34.879" v="356"/>
          <ac:picMkLst>
            <pc:docMk/>
            <pc:sldMk cId="386307021" sldId="337"/>
            <ac:picMk id="5" creationId="{50E3F240-EA4B-5F4F-4A06-D990C78E2F65}"/>
          </ac:picMkLst>
        </pc:picChg>
      </pc:sldChg>
      <pc:sldChg chg="addSp modSp add ord replId">
        <pc:chgData name="MATIAS CABRERA" userId="S::matias.cabrera@correo.ucu.edu.uy::ab2b0b0b-f5c1-4fa7-b12a-c4562ff9ba33" providerId="AD" clId="Web-{2E9BF71F-65BC-D1A6-34F2-183560C22B6A}" dt="2026-04-27T06:08:30.589" v="391"/>
        <pc:sldMkLst>
          <pc:docMk/>
          <pc:sldMk cId="3387976014" sldId="338"/>
        </pc:sldMkLst>
        <pc:spChg chg="mod">
          <ac:chgData name="MATIAS CABRERA" userId="S::matias.cabrera@correo.ucu.edu.uy::ab2b0b0b-f5c1-4fa7-b12a-c4562ff9ba33" providerId="AD" clId="Web-{2E9BF71F-65BC-D1A6-34F2-183560C22B6A}" dt="2026-04-27T06:08:20.745" v="388" actId="20577"/>
          <ac:spMkLst>
            <pc:docMk/>
            <pc:sldMk cId="3387976014" sldId="338"/>
            <ac:spMk id="3" creationId="{B09FC514-4D74-0136-D51E-B98D645B9337}"/>
          </ac:spMkLst>
        </pc:spChg>
        <pc:spChg chg="mod">
          <ac:chgData name="MATIAS CABRERA" userId="S::matias.cabrera@correo.ucu.edu.uy::ab2b0b0b-f5c1-4fa7-b12a-c4562ff9ba33" providerId="AD" clId="Web-{2E9BF71F-65BC-D1A6-34F2-183560C22B6A}" dt="2026-04-27T06:07:58.587" v="377" actId="20577"/>
          <ac:spMkLst>
            <pc:docMk/>
            <pc:sldMk cId="3387976014" sldId="338"/>
            <ac:spMk id="7" creationId="{2F6C9FAD-0771-BED2-3DEF-596561A0C6EB}"/>
          </ac:spMkLst>
        </pc:spChg>
        <pc:picChg chg="add mod">
          <ac:chgData name="MATIAS CABRERA" userId="S::matias.cabrera@correo.ucu.edu.uy::ab2b0b0b-f5c1-4fa7-b12a-c4562ff9ba33" providerId="AD" clId="Web-{2E9BF71F-65BC-D1A6-34F2-183560C22B6A}" dt="2026-04-27T06:08:30.589" v="391"/>
          <ac:picMkLst>
            <pc:docMk/>
            <pc:sldMk cId="3387976014" sldId="338"/>
            <ac:picMk id="2" creationId="{A79476ED-A6BF-B93E-B13A-2ABC4F9B5EA0}"/>
          </ac:picMkLst>
        </pc:picChg>
      </pc:sldChg>
      <pc:sldChg chg="delSp modSp add replId">
        <pc:chgData name="MATIAS CABRERA" userId="S::matias.cabrera@correo.ucu.edu.uy::ab2b0b0b-f5c1-4fa7-b12a-c4562ff9ba33" providerId="AD" clId="Web-{2E9BF71F-65BC-D1A6-34F2-183560C22B6A}" dt="2026-04-27T06:11:52.285" v="428" actId="14100"/>
        <pc:sldMkLst>
          <pc:docMk/>
          <pc:sldMk cId="881199647" sldId="339"/>
        </pc:sldMkLst>
        <pc:spChg chg="mod">
          <ac:chgData name="MATIAS CABRERA" userId="S::matias.cabrera@correo.ucu.edu.uy::ab2b0b0b-f5c1-4fa7-b12a-c4562ff9ba33" providerId="AD" clId="Web-{2E9BF71F-65BC-D1A6-34F2-183560C22B6A}" dt="2026-04-27T06:11:52.285" v="428" actId="14100"/>
          <ac:spMkLst>
            <pc:docMk/>
            <pc:sldMk cId="881199647" sldId="339"/>
            <ac:spMk id="3" creationId="{C88A458A-1750-345C-A377-321E70291366}"/>
          </ac:spMkLst>
        </pc:spChg>
        <pc:spChg chg="mod">
          <ac:chgData name="MATIAS CABRERA" userId="S::matias.cabrera@correo.ucu.edu.uy::ab2b0b0b-f5c1-4fa7-b12a-c4562ff9ba33" providerId="AD" clId="Web-{2E9BF71F-65BC-D1A6-34F2-183560C22B6A}" dt="2026-04-27T06:08:49.903" v="393" actId="20577"/>
          <ac:spMkLst>
            <pc:docMk/>
            <pc:sldMk cId="881199647" sldId="339"/>
            <ac:spMk id="7" creationId="{43CA2D0F-4A9D-1DFF-98BF-859012C65B83}"/>
          </ac:spMkLst>
        </pc:spChg>
      </pc:sldChg>
      <pc:sldChg chg="addSp delSp modSp add ord replId">
        <pc:chgData name="MATIAS CABRERA" userId="S::matias.cabrera@correo.ucu.edu.uy::ab2b0b0b-f5c1-4fa7-b12a-c4562ff9ba33" providerId="AD" clId="Web-{2E9BF71F-65BC-D1A6-34F2-183560C22B6A}" dt="2026-04-27T06:12:28.942" v="434"/>
        <pc:sldMkLst>
          <pc:docMk/>
          <pc:sldMk cId="296370571" sldId="340"/>
        </pc:sldMkLst>
        <pc:spChg chg="mod">
          <ac:chgData name="MATIAS CABRERA" userId="S::matias.cabrera@correo.ucu.edu.uy::ab2b0b0b-f5c1-4fa7-b12a-c4562ff9ba33" providerId="AD" clId="Web-{2E9BF71F-65BC-D1A6-34F2-183560C22B6A}" dt="2026-04-27T06:12:21.755" v="432" actId="20577"/>
          <ac:spMkLst>
            <pc:docMk/>
            <pc:sldMk cId="296370571" sldId="340"/>
            <ac:spMk id="7" creationId="{97AAA74F-668D-F930-A755-B4C534AD501C}"/>
          </ac:spMkLst>
        </pc:spChg>
        <pc:picChg chg="add mod">
          <ac:chgData name="MATIAS CABRERA" userId="S::matias.cabrera@correo.ucu.edu.uy::ab2b0b0b-f5c1-4fa7-b12a-c4562ff9ba33" providerId="AD" clId="Web-{2E9BF71F-65BC-D1A6-34F2-183560C22B6A}" dt="2026-04-27T06:12:15.192" v="431"/>
          <ac:picMkLst>
            <pc:docMk/>
            <pc:sldMk cId="296370571" sldId="340"/>
            <ac:picMk id="2" creationId="{E6B57C67-9258-B49E-68B2-0759634857BC}"/>
          </ac:picMkLst>
        </pc:picChg>
      </pc:sldChg>
      <pc:sldChg chg="add replId">
        <pc:chgData name="MATIAS CABRERA" userId="S::matias.cabrera@correo.ucu.edu.uy::ab2b0b0b-f5c1-4fa7-b12a-c4562ff9ba33" providerId="AD" clId="Web-{2E9BF71F-65BC-D1A6-34F2-183560C22B6A}" dt="2026-04-27T06:11:47.238" v="427"/>
        <pc:sldMkLst>
          <pc:docMk/>
          <pc:sldMk cId="1862087213" sldId="341"/>
        </pc:sldMkLst>
      </pc:sldChg>
      <pc:sldChg chg="modSp add ord replId">
        <pc:chgData name="MATIAS CABRERA" userId="S::matias.cabrera@correo.ucu.edu.uy::ab2b0b0b-f5c1-4fa7-b12a-c4562ff9ba33" providerId="AD" clId="Web-{2E9BF71F-65BC-D1A6-34F2-183560C22B6A}" dt="2026-04-27T06:15:32.056" v="491" actId="20577"/>
        <pc:sldMkLst>
          <pc:docMk/>
          <pc:sldMk cId="3253997571" sldId="342"/>
        </pc:sldMkLst>
        <pc:spChg chg="mod">
          <ac:chgData name="MATIAS CABRERA" userId="S::matias.cabrera@correo.ucu.edu.uy::ab2b0b0b-f5c1-4fa7-b12a-c4562ff9ba33" providerId="AD" clId="Web-{2E9BF71F-65BC-D1A6-34F2-183560C22B6A}" dt="2026-04-27T06:15:32.056" v="491" actId="20577"/>
          <ac:spMkLst>
            <pc:docMk/>
            <pc:sldMk cId="3253997571" sldId="342"/>
            <ac:spMk id="3" creationId="{5DC75251-9063-6F5A-E0C5-B5186C9069A3}"/>
          </ac:spMkLst>
        </pc:spChg>
        <pc:spChg chg="mod">
          <ac:chgData name="MATIAS CABRERA" userId="S::matias.cabrera@correo.ucu.edu.uy::ab2b0b0b-f5c1-4fa7-b12a-c4562ff9ba33" providerId="AD" clId="Web-{2E9BF71F-65BC-D1A6-34F2-183560C22B6A}" dt="2026-04-27T06:13:23.803" v="447" actId="20577"/>
          <ac:spMkLst>
            <pc:docMk/>
            <pc:sldMk cId="3253997571" sldId="342"/>
            <ac:spMk id="7" creationId="{729F52F0-1363-040E-B5C9-92CDEAF9CD0A}"/>
          </ac:spMkLst>
        </pc:spChg>
      </pc:sldChg>
    </pc:docChg>
  </pc:docChgLst>
  <pc:docChgLst>
    <pc:chgData name="MATIAS CABRERA" userId="S::matias.cabrera@correo.ucu.edu.uy::ab2b0b0b-f5c1-4fa7-b12a-c4562ff9ba33" providerId="AD" clId="Web-{448237E3-264D-D06A-F895-E6F82B4D4E2A}"/>
    <pc:docChg chg="mod addSld delSld modSld sldOrd">
      <pc:chgData name="MATIAS CABRERA" userId="S::matias.cabrera@correo.ucu.edu.uy::ab2b0b0b-f5c1-4fa7-b12a-c4562ff9ba33" providerId="AD" clId="Web-{448237E3-264D-D06A-F895-E6F82B4D4E2A}" dt="2026-04-27T06:30:22.251" v="177"/>
      <pc:docMkLst>
        <pc:docMk/>
      </pc:docMkLst>
      <pc:sldChg chg="modSp">
        <pc:chgData name="MATIAS CABRERA" userId="S::matias.cabrera@correo.ucu.edu.uy::ab2b0b0b-f5c1-4fa7-b12a-c4562ff9ba33" providerId="AD" clId="Web-{448237E3-264D-D06A-F895-E6F82B4D4E2A}" dt="2026-04-27T06:19:18.311" v="28" actId="20577"/>
        <pc:sldMkLst>
          <pc:docMk/>
          <pc:sldMk cId="792489725" sldId="343"/>
        </pc:sldMkLst>
        <pc:spChg chg="mod">
          <ac:chgData name="MATIAS CABRERA" userId="S::matias.cabrera@correo.ucu.edu.uy::ab2b0b0b-f5c1-4fa7-b12a-c4562ff9ba33" providerId="AD" clId="Web-{448237E3-264D-D06A-F895-E6F82B4D4E2A}" dt="2026-04-27T06:18:23.917" v="12" actId="1076"/>
          <ac:spMkLst>
            <pc:docMk/>
            <pc:sldMk cId="792489725" sldId="343"/>
            <ac:spMk id="4" creationId="{10535F80-C54E-CEB7-2E6D-430546F1328D}"/>
          </ac:spMkLst>
        </pc:spChg>
        <pc:spChg chg="mod">
          <ac:chgData name="MATIAS CABRERA" userId="S::matias.cabrera@correo.ucu.edu.uy::ab2b0b0b-f5c1-4fa7-b12a-c4562ff9ba33" providerId="AD" clId="Web-{448237E3-264D-D06A-F895-E6F82B4D4E2A}" dt="2026-04-27T06:19:18.311" v="28" actId="20577"/>
          <ac:spMkLst>
            <pc:docMk/>
            <pc:sldMk cId="792489725" sldId="343"/>
            <ac:spMk id="7" creationId="{8817BF02-B1BB-8E12-7958-551D1F852F94}"/>
          </ac:spMkLst>
        </pc:spChg>
        <pc:spChg chg="mod">
          <ac:chgData name="MATIAS CABRERA" userId="S::matias.cabrera@correo.ucu.edu.uy::ab2b0b0b-f5c1-4fa7-b12a-c4562ff9ba33" providerId="AD" clId="Web-{448237E3-264D-D06A-F895-E6F82B4D4E2A}" dt="2026-04-27T06:17:58.822" v="8" actId="1076"/>
          <ac:spMkLst>
            <pc:docMk/>
            <pc:sldMk cId="792489725" sldId="343"/>
            <ac:spMk id="13" creationId="{152D3D53-E50E-94E0-84C1-900C7E650197}"/>
          </ac:spMkLst>
        </pc:spChg>
      </pc:sldChg>
      <pc:sldChg chg="addSp delSp modSp add replId">
        <pc:chgData name="MATIAS CABRERA" userId="S::matias.cabrera@correo.ucu.edu.uy::ab2b0b0b-f5c1-4fa7-b12a-c4562ff9ba33" providerId="AD" clId="Web-{448237E3-264D-D06A-F895-E6F82B4D4E2A}" dt="2026-04-27T06:19:31.889" v="33" actId="20577"/>
        <pc:sldMkLst>
          <pc:docMk/>
          <pc:sldMk cId="4261451959" sldId="344"/>
        </pc:sldMkLst>
        <pc:spChg chg="mod">
          <ac:chgData name="MATIAS CABRERA" userId="S::matias.cabrera@correo.ucu.edu.uy::ab2b0b0b-f5c1-4fa7-b12a-c4562ff9ba33" providerId="AD" clId="Web-{448237E3-264D-D06A-F895-E6F82B4D4E2A}" dt="2026-04-27T06:19:31.889" v="33" actId="20577"/>
          <ac:spMkLst>
            <pc:docMk/>
            <pc:sldMk cId="4261451959" sldId="344"/>
            <ac:spMk id="7" creationId="{26F53691-F7CE-E247-73D0-C1A70CD5DE80}"/>
          </ac:spMkLst>
        </pc:spChg>
        <pc:spChg chg="mod">
          <ac:chgData name="MATIAS CABRERA" userId="S::matias.cabrera@correo.ucu.edu.uy::ab2b0b0b-f5c1-4fa7-b12a-c4562ff9ba33" providerId="AD" clId="Web-{448237E3-264D-D06A-F895-E6F82B4D4E2A}" dt="2026-04-27T06:19:00.685" v="24" actId="20577"/>
          <ac:spMkLst>
            <pc:docMk/>
            <pc:sldMk cId="4261451959" sldId="344"/>
            <ac:spMk id="13" creationId="{3A728485-4B46-8677-D41C-AEAB5499A2BD}"/>
          </ac:spMkLst>
        </pc:spChg>
        <pc:picChg chg="add mod">
          <ac:chgData name="MATIAS CABRERA" userId="S::matias.cabrera@correo.ucu.edu.uy::ab2b0b0b-f5c1-4fa7-b12a-c4562ff9ba33" providerId="AD" clId="Web-{448237E3-264D-D06A-F895-E6F82B4D4E2A}" dt="2026-04-27T06:19:03.544" v="25"/>
          <ac:picMkLst>
            <pc:docMk/>
            <pc:sldMk cId="4261451959" sldId="344"/>
            <ac:picMk id="3" creationId="{F4480E53-BACE-4914-7059-A9228ABB66EC}"/>
          </ac:picMkLst>
        </pc:picChg>
      </pc:sldChg>
      <pc:sldChg chg="addSp delSp modSp add ord replId">
        <pc:chgData name="MATIAS CABRERA" userId="S::matias.cabrera@correo.ucu.edu.uy::ab2b0b0b-f5c1-4fa7-b12a-c4562ff9ba33" providerId="AD" clId="Web-{448237E3-264D-D06A-F895-E6F82B4D4E2A}" dt="2026-04-27T06:22:25.536" v="93" actId="20577"/>
        <pc:sldMkLst>
          <pc:docMk/>
          <pc:sldMk cId="1626288453" sldId="345"/>
        </pc:sldMkLst>
        <pc:spChg chg="add mod">
          <ac:chgData name="MATIAS CABRERA" userId="S::matias.cabrera@correo.ucu.edu.uy::ab2b0b0b-f5c1-4fa7-b12a-c4562ff9ba33" providerId="AD" clId="Web-{448237E3-264D-D06A-F895-E6F82B4D4E2A}" dt="2026-04-27T06:22:25.536" v="93" actId="20577"/>
          <ac:spMkLst>
            <pc:docMk/>
            <pc:sldMk cId="1626288453" sldId="345"/>
            <ac:spMk id="12" creationId="{C985C894-D184-5F8B-4A67-2652D9005004}"/>
          </ac:spMkLst>
        </pc:spChg>
      </pc:sldChg>
      <pc:sldChg chg="addSp delSp modSp add replId">
        <pc:chgData name="MATIAS CABRERA" userId="S::matias.cabrera@correo.ucu.edu.uy::ab2b0b0b-f5c1-4fa7-b12a-c4562ff9ba33" providerId="AD" clId="Web-{448237E3-264D-D06A-F895-E6F82B4D4E2A}" dt="2026-04-27T06:22:54.334" v="97"/>
        <pc:sldMkLst>
          <pc:docMk/>
          <pc:sldMk cId="2894341910" sldId="346"/>
        </pc:sldMkLst>
        <pc:picChg chg="add mod">
          <ac:chgData name="MATIAS CABRERA" userId="S::matias.cabrera@correo.ucu.edu.uy::ab2b0b0b-f5c1-4fa7-b12a-c4562ff9ba33" providerId="AD" clId="Web-{448237E3-264D-D06A-F895-E6F82B4D4E2A}" dt="2026-04-27T06:22:54.334" v="97"/>
          <ac:picMkLst>
            <pc:docMk/>
            <pc:sldMk cId="2894341910" sldId="346"/>
            <ac:picMk id="2" creationId="{87B1244B-E84B-922A-B567-F29EDD46C10E}"/>
          </ac:picMkLst>
        </pc:picChg>
      </pc:sldChg>
      <pc:sldChg chg="addSp delSp modSp add replId">
        <pc:chgData name="MATIAS CABRERA" userId="S::matias.cabrera@correo.ucu.edu.uy::ab2b0b0b-f5c1-4fa7-b12a-c4562ff9ba33" providerId="AD" clId="Web-{448237E3-264D-D06A-F895-E6F82B4D4E2A}" dt="2026-04-27T06:23:32.663" v="104" actId="1076"/>
        <pc:sldMkLst>
          <pc:docMk/>
          <pc:sldMk cId="1506411961" sldId="347"/>
        </pc:sldMkLst>
        <pc:spChg chg="mod">
          <ac:chgData name="MATIAS CABRERA" userId="S::matias.cabrera@correo.ucu.edu.uy::ab2b0b0b-f5c1-4fa7-b12a-c4562ff9ba33" providerId="AD" clId="Web-{448237E3-264D-D06A-F895-E6F82B4D4E2A}" dt="2026-04-27T06:23:16.944" v="100" actId="20577"/>
          <ac:spMkLst>
            <pc:docMk/>
            <pc:sldMk cId="1506411961" sldId="347"/>
            <ac:spMk id="7" creationId="{B99F626E-4EC3-03C0-2531-6F6605AA8878}"/>
          </ac:spMkLst>
        </pc:spChg>
        <pc:picChg chg="add mod">
          <ac:chgData name="MATIAS CABRERA" userId="S::matias.cabrera@correo.ucu.edu.uy::ab2b0b0b-f5c1-4fa7-b12a-c4562ff9ba33" providerId="AD" clId="Web-{448237E3-264D-D06A-F895-E6F82B4D4E2A}" dt="2026-04-27T06:23:32.663" v="104" actId="1076"/>
          <ac:picMkLst>
            <pc:docMk/>
            <pc:sldMk cId="1506411961" sldId="347"/>
            <ac:picMk id="3" creationId="{AE861056-4FD6-A4F3-D5E5-4F403F3A1CA2}"/>
          </ac:picMkLst>
        </pc:picChg>
      </pc:sldChg>
      <pc:sldChg chg="addSp delSp modSp add replId">
        <pc:chgData name="MATIAS CABRERA" userId="S::matias.cabrera@correo.ucu.edu.uy::ab2b0b0b-f5c1-4fa7-b12a-c4562ff9ba33" providerId="AD" clId="Web-{448237E3-264D-D06A-F895-E6F82B4D4E2A}" dt="2026-04-27T06:25:46.665" v="136" actId="20577"/>
        <pc:sldMkLst>
          <pc:docMk/>
          <pc:sldMk cId="2241434607" sldId="348"/>
        </pc:sldMkLst>
        <pc:spChg chg="add mod">
          <ac:chgData name="MATIAS CABRERA" userId="S::matias.cabrera@correo.ucu.edu.uy::ab2b0b0b-f5c1-4fa7-b12a-c4562ff9ba33" providerId="AD" clId="Web-{448237E3-264D-D06A-F895-E6F82B4D4E2A}" dt="2026-04-27T06:25:46.665" v="136" actId="20577"/>
          <ac:spMkLst>
            <pc:docMk/>
            <pc:sldMk cId="2241434607" sldId="348"/>
            <ac:spMk id="4" creationId="{88F5EAA8-BD6A-6C91-39FE-00EE8A4FB368}"/>
          </ac:spMkLst>
        </pc:spChg>
        <pc:spChg chg="mod">
          <ac:chgData name="MATIAS CABRERA" userId="S::matias.cabrera@correo.ucu.edu.uy::ab2b0b0b-f5c1-4fa7-b12a-c4562ff9ba33" providerId="AD" clId="Web-{448237E3-264D-D06A-F895-E6F82B4D4E2A}" dt="2026-04-27T06:23:52.101" v="106" actId="20577"/>
          <ac:spMkLst>
            <pc:docMk/>
            <pc:sldMk cId="2241434607" sldId="348"/>
            <ac:spMk id="7" creationId="{9844DE77-EC8F-D62D-250B-7BF768ECD514}"/>
          </ac:spMkLst>
        </pc:spChg>
      </pc:sldChg>
      <pc:sldChg chg="addSp delSp modSp add replId">
        <pc:chgData name="MATIAS CABRERA" userId="S::matias.cabrera@correo.ucu.edu.uy::ab2b0b0b-f5c1-4fa7-b12a-c4562ff9ba33" providerId="AD" clId="Web-{448237E3-264D-D06A-F895-E6F82B4D4E2A}" dt="2026-04-27T06:26:25.041" v="146" actId="20577"/>
        <pc:sldMkLst>
          <pc:docMk/>
          <pc:sldMk cId="1281984122" sldId="349"/>
        </pc:sldMkLst>
        <pc:spChg chg="mod">
          <ac:chgData name="MATIAS CABRERA" userId="S::matias.cabrera@correo.ucu.edu.uy::ab2b0b0b-f5c1-4fa7-b12a-c4562ff9ba33" providerId="AD" clId="Web-{448237E3-264D-D06A-F895-E6F82B4D4E2A}" dt="2026-04-27T06:26:25.041" v="146" actId="20577"/>
          <ac:spMkLst>
            <pc:docMk/>
            <pc:sldMk cId="1281984122" sldId="349"/>
            <ac:spMk id="2" creationId="{CBDCD9DE-E68E-CEB4-C137-B04BFA540D1A}"/>
          </ac:spMkLst>
        </pc:spChg>
      </pc:sldChg>
      <pc:sldChg chg="modSp add replId">
        <pc:chgData name="MATIAS CABRERA" userId="S::matias.cabrera@correo.ucu.edu.uy::ab2b0b0b-f5c1-4fa7-b12a-c4562ff9ba33" providerId="AD" clId="Web-{448237E3-264D-D06A-F895-E6F82B4D4E2A}" dt="2026-04-27T06:27:58.278" v="176" actId="20577"/>
        <pc:sldMkLst>
          <pc:docMk/>
          <pc:sldMk cId="2398773720" sldId="350"/>
        </pc:sldMkLst>
        <pc:spChg chg="mod">
          <ac:chgData name="MATIAS CABRERA" userId="S::matias.cabrera@correo.ucu.edu.uy::ab2b0b0b-f5c1-4fa7-b12a-c4562ff9ba33" providerId="AD" clId="Web-{448237E3-264D-D06A-F895-E6F82B4D4E2A}" dt="2026-04-27T06:26:46.791" v="149" actId="20577"/>
          <ac:spMkLst>
            <pc:docMk/>
            <pc:sldMk cId="2398773720" sldId="350"/>
            <ac:spMk id="7" creationId="{9389DF2B-C952-6E7B-6EAD-7D68C9590BE9}"/>
          </ac:spMkLst>
        </pc:spChg>
        <pc:spChg chg="mod">
          <ac:chgData name="MATIAS CABRERA" userId="S::matias.cabrera@correo.ucu.edu.uy::ab2b0b0b-f5c1-4fa7-b12a-c4562ff9ba33" providerId="AD" clId="Web-{448237E3-264D-D06A-F895-E6F82B4D4E2A}" dt="2026-04-27T06:27:58.278" v="176" actId="20577"/>
          <ac:spMkLst>
            <pc:docMk/>
            <pc:sldMk cId="2398773720" sldId="350"/>
            <ac:spMk id="12" creationId="{334BF384-FCFB-6647-6BAB-52B3E87C2534}"/>
          </ac:spMkLst>
        </pc:spChg>
      </pc:sldChg>
    </pc:docChg>
  </pc:docChgLst>
  <pc:docChgLst>
    <pc:chgData name="JOAQUIN VELAZQUEZ" userId="S::joaquin.velazquez@ucu.edu.uy::602cc3c1-d8b2-4d13-aa85-25e6d38b0b16" providerId="AD" clId="Web-{C5A77E5C-54A7-7250-ABAA-0CD07E2C2D94}"/>
    <pc:docChg chg="modSld">
      <pc:chgData name="JOAQUIN VELAZQUEZ" userId="S::joaquin.velazquez@ucu.edu.uy::602cc3c1-d8b2-4d13-aa85-25e6d38b0b16" providerId="AD" clId="Web-{C5A77E5C-54A7-7250-ABAA-0CD07E2C2D94}" dt="2026-04-30T22:30:47.358" v="2" actId="20577"/>
      <pc:docMkLst>
        <pc:docMk/>
      </pc:docMkLst>
      <pc:sldChg chg="modSp">
        <pc:chgData name="JOAQUIN VELAZQUEZ" userId="S::joaquin.velazquez@ucu.edu.uy::602cc3c1-d8b2-4d13-aa85-25e6d38b0b16" providerId="AD" clId="Web-{C5A77E5C-54A7-7250-ABAA-0CD07E2C2D94}" dt="2026-04-30T22:30:47.358" v="2" actId="20577"/>
        <pc:sldMkLst>
          <pc:docMk/>
          <pc:sldMk cId="3432986509" sldId="316"/>
        </pc:sldMkLst>
        <pc:spChg chg="mod">
          <ac:chgData name="JOAQUIN VELAZQUEZ" userId="S::joaquin.velazquez@ucu.edu.uy::602cc3c1-d8b2-4d13-aa85-25e6d38b0b16" providerId="AD" clId="Web-{C5A77E5C-54A7-7250-ABAA-0CD07E2C2D94}" dt="2026-04-30T22:30:47.358" v="2" actId="20577"/>
          <ac:spMkLst>
            <pc:docMk/>
            <pc:sldMk cId="3432986509" sldId="316"/>
            <ac:spMk id="7" creationId="{CA81616A-60A7-980E-457F-54AAFB952916}"/>
          </ac:spMkLst>
        </pc:spChg>
      </pc:sldChg>
    </pc:docChg>
  </pc:docChgLst>
</pc:chgInfo>
</file>

<file path=ppt/comments/modernComment_103_F788C56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EB8CFC1-B2B1-47CE-94E0-8316A044A977}" authorId="{AA95CB25-E78C-526E-6C43-EDB8F2C4E55A}" created="2026-04-27T06:30:22.251">
    <pc:sldMkLst xmlns:pc="http://schemas.microsoft.com/office/powerpoint/2013/main/command">
      <pc:docMk/>
      <pc:sldMk cId="4152935781" sldId="259"/>
    </pc:sldMkLst>
    <p188:txBody>
      <a:bodyPr/>
      <a:lstStyle/>
      <a:p>
        <a:r>
          <a:rPr lang="en-US"/>
          <a:t>me queda pendiente esta.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480AF-EAED-44E5-80AD-913D179E50BF}" type="datetimeFigureOut">
              <a:rPr lang="es-ES" smtClean="0"/>
              <a:t>30/04/2026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9C7841-982A-44C7-8CED-87041BE94C8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6356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64387E-97AC-4438-8F81-2EE74DF72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5400">
                <a:latin typeface="Bahnschrift" panose="020B0502040204020203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376E731-C178-4C00-859C-0EEDDD2A6D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Bahnschrif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799798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FF03EA-732A-422D-B005-C67BF8CF6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Bahnschrift Light" panose="020B0502040204020203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B5625B-FBE3-4F73-86D2-579764979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  <a:lvl2pPr>
              <a:defRPr>
                <a:latin typeface="Bahnschrift" panose="020B0502040204020203" pitchFamily="34" charset="0"/>
              </a:defRPr>
            </a:lvl2pPr>
            <a:lvl3pPr>
              <a:defRPr>
                <a:latin typeface="Bahnschrift" panose="020B0502040204020203" pitchFamily="34" charset="0"/>
              </a:defRPr>
            </a:lvl3pPr>
            <a:lvl4pPr>
              <a:defRPr>
                <a:latin typeface="Bahnschrift" panose="020B0502040204020203" pitchFamily="34" charset="0"/>
              </a:defRPr>
            </a:lvl4pPr>
            <a:lvl5pPr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431512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342F95-8909-4F42-B7E8-7B5C9EB8F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Bahnschrift Light" panose="020B0502040204020203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174473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024FBB-54E8-4F09-A54D-A778B8C1B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Bahnschrift Light" panose="020B0502040204020203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00D3867-3E08-4F0C-8413-9658A9980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Bahnschrift Light SemiCondensed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8BE495B-BEB7-4D11-98DB-3D543102F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A99906C-0335-4C3A-9461-E266D3A51B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s-ES" sz="2400" b="1" kern="1200" dirty="0" smtClean="0">
                <a:solidFill>
                  <a:schemeClr val="tx1"/>
                </a:solidFill>
                <a:latin typeface="Bahnschrift Light SemiCondensed" panose="020B0502040204020203" pitchFamily="34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8D89CD9-425D-41BD-887F-2647A20793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es-ES" sz="2800" kern="1200" dirty="0" smtClean="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es-ES" sz="2400" kern="1200" dirty="0" smtClean="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es-ES" sz="2000" kern="1200" dirty="0" smtClean="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es-ES" sz="1800" kern="1200" dirty="0" smtClean="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es-ES" sz="1800" kern="1200" dirty="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00520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00003E-21F7-47F0-85A7-50E36DF79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AA6659-C8E2-4162-88ED-C76C52B519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52258"/>
            <a:ext cx="5181600" cy="4351338"/>
          </a:xfrm>
          <a:prstGeom prst="rect">
            <a:avLst/>
          </a:prstGeom>
        </p:spPr>
        <p:txBody>
          <a:bodyPr/>
          <a:lstStyle>
            <a:lvl1pPr marL="228600" indent="-228600">
              <a:defRPr lang="es-ES" sz="2800" kern="1200" dirty="0" smtClean="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es-ES" sz="2400" kern="1200" dirty="0" smtClean="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es-ES" sz="2000" kern="1200" dirty="0" smtClean="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es-ES" sz="1800" kern="1200" dirty="0" smtClean="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es-ES" sz="1800" kern="1200" dirty="0" smtClean="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44D53E2-EAF8-47A2-8EA2-A22E975BE2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52258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lang="es-ES" sz="2800" kern="1200" dirty="0" smtClean="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>
              <a:defRPr lang="es-ES" sz="2400" kern="1200" dirty="0" smtClean="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>
              <a:defRPr lang="es-ES" sz="2000" kern="1200" dirty="0" smtClean="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>
              <a:defRPr lang="es-ES" sz="1800" kern="1200" dirty="0" smtClean="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>
              <a:defRPr lang="es-ES" sz="1800" kern="1200" dirty="0" smtClean="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618721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365F1D-53A9-431A-B43D-90F4729BD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latin typeface="Bahnschrift SemiLight" panose="020B0502040204020203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1D8D3B-BBA4-4A76-815F-1E70AA8DD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Bahnschrift SemiLight" panose="020B0502040204020203" pitchFamily="34" charset="0"/>
              </a:defRPr>
            </a:lvl1pPr>
            <a:lvl2pPr>
              <a:defRPr sz="2800">
                <a:latin typeface="Bahnschrift SemiLight" panose="020B0502040204020203" pitchFamily="34" charset="0"/>
              </a:defRPr>
            </a:lvl2pPr>
            <a:lvl3pPr>
              <a:defRPr sz="2400">
                <a:latin typeface="Bahnschrift SemiLight" panose="020B0502040204020203" pitchFamily="34" charset="0"/>
              </a:defRPr>
            </a:lvl3pPr>
            <a:lvl4pPr>
              <a:defRPr sz="2000">
                <a:latin typeface="Bahnschrift SemiLight" panose="020B0502040204020203" pitchFamily="34" charset="0"/>
              </a:defRPr>
            </a:lvl4pPr>
            <a:lvl5pPr>
              <a:defRPr sz="2000">
                <a:latin typeface="Bahnschrift SemiLight" panose="020B050204020402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B4434C1-5091-4252-B339-DCABC9A90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 Bahnschrift l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8774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6403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9383A65F-725E-4FD7-AF5A-22D6C500585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50071" y="6276386"/>
            <a:ext cx="1541929" cy="586477"/>
          </a:xfrm>
          <a:prstGeom prst="rect">
            <a:avLst/>
          </a:prstGeom>
        </p:spPr>
      </p:pic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CEAB52B6-99E5-4442-B7AD-CF82A3FD9236}"/>
              </a:ext>
            </a:extLst>
          </p:cNvPr>
          <p:cNvCxnSpPr>
            <a:cxnSpLocks/>
          </p:cNvCxnSpPr>
          <p:nvPr userDrawn="1"/>
        </p:nvCxnSpPr>
        <p:spPr>
          <a:xfrm flipH="1">
            <a:off x="266330" y="6276386"/>
            <a:ext cx="11381173" cy="0"/>
          </a:xfrm>
          <a:prstGeom prst="line">
            <a:avLst/>
          </a:prstGeom>
          <a:ln w="76200">
            <a:gradFill>
              <a:gsLst>
                <a:gs pos="0">
                  <a:schemeClr val="bg1"/>
                </a:gs>
                <a:gs pos="20000">
                  <a:srgbClr val="F5D9D3"/>
                </a:gs>
                <a:gs pos="84000">
                  <a:srgbClr val="8366A2"/>
                </a:gs>
                <a:gs pos="40000">
                  <a:srgbClr val="EFD0E5"/>
                </a:gs>
                <a:gs pos="65000">
                  <a:schemeClr val="accent1">
                    <a:lumMod val="45000"/>
                    <a:lumOff val="55000"/>
                  </a:schemeClr>
                </a:gs>
                <a:gs pos="100000">
                  <a:srgbClr val="052E66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88BB14D7-5641-4F37-98E6-95CBE8926859}"/>
              </a:ext>
            </a:extLst>
          </p:cNvPr>
          <p:cNvSpPr txBox="1">
            <a:spLocks/>
          </p:cNvSpPr>
          <p:nvPr userDrawn="1"/>
        </p:nvSpPr>
        <p:spPr>
          <a:xfrm>
            <a:off x="266329" y="6375810"/>
            <a:ext cx="10383741" cy="40672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UY" sz="1400">
                <a:solidFill>
                  <a:schemeClr val="bg2">
                    <a:lumMod val="25000"/>
                  </a:schemeClr>
                </a:solidFill>
                <a:latin typeface="Bahnschrift" panose="020B0502040204020203" pitchFamily="34" charset="0"/>
              </a:rPr>
              <a:t>Curso: Algoritmos y Estructuras de datos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UY" sz="1400">
                <a:solidFill>
                  <a:schemeClr val="bg2">
                    <a:lumMod val="25000"/>
                  </a:schemeClr>
                </a:solidFill>
                <a:latin typeface="Bahnschrift" panose="020B0502040204020203" pitchFamily="34" charset="0"/>
              </a:rPr>
              <a:t>2026 – 1er semestre</a:t>
            </a:r>
            <a:endParaRPr lang="es-ES" sz="1400">
              <a:solidFill>
                <a:schemeClr val="bg2">
                  <a:lumMod val="25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176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7" r:id="rId3"/>
    <p:sldLayoutId id="2147483656" r:id="rId4"/>
    <p:sldLayoutId id="2147483655" r:id="rId5"/>
    <p:sldLayoutId id="2147483659" r:id="rId6"/>
    <p:sldLayoutId id="2147483658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3_F788C565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lIns="91440" tIns="45720" rIns="91440" bIns="45720" anchor="b"/>
          <a:lstStyle/>
          <a:p>
            <a:r>
              <a:rPr lang="es-ES" sz="4400">
                <a:latin typeface="Bahnschrift"/>
                <a:ea typeface="Calibri Light"/>
                <a:cs typeface="Calibri Light"/>
              </a:rPr>
              <a:t>Algoritmos y Estructuras de Datos</a:t>
            </a:r>
            <a:endParaRPr lang="es-ES" sz="4400">
              <a:latin typeface="Bahnschrift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s-ES">
                <a:latin typeface="Calibri"/>
                <a:ea typeface="Calibri"/>
                <a:cs typeface="Calibri"/>
              </a:rPr>
              <a:t>1er semestre - 2026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7F9D23-081C-9AAD-E344-0E47A5135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s-ES" sz="4800" b="1">
                <a:latin typeface="Bahnschrift Light"/>
              </a:rPr>
              <a:t>Árboles genéricos y tries</a:t>
            </a:r>
            <a:br>
              <a:rPr lang="es-ES" sz="4800" b="1" dirty="0">
                <a:latin typeface="Bahnschrift Light"/>
              </a:rPr>
            </a:br>
            <a:endParaRPr lang="es-ES" sz="4800" b="1" dirty="0">
              <a:latin typeface="Bahnschrift Light"/>
            </a:endParaRPr>
          </a:p>
          <a:p>
            <a:endParaRPr lang="es-ES" sz="4800" b="1" dirty="0"/>
          </a:p>
        </p:txBody>
      </p:sp>
      <p:sp>
        <p:nvSpPr>
          <p:cNvPr id="5" name="Marcador de contenido 3">
            <a:extLst>
              <a:ext uri="{FF2B5EF4-FFF2-40B4-BE49-F238E27FC236}">
                <a16:creationId xmlns:a16="http://schemas.microsoft.com/office/drawing/2014/main" id="{C906E833-2946-350A-E94D-B29336E98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1330994"/>
            <a:ext cx="4948237" cy="4291764"/>
          </a:xfrm>
        </p:spPr>
        <p:txBody>
          <a:bodyPr lIns="91440" tIns="45720" rIns="91440" bIns="45720" anchor="t"/>
          <a:lstStyle/>
          <a:p>
            <a:pPr marL="0" indent="0">
              <a:lnSpc>
                <a:spcPct val="100000"/>
              </a:lnSpc>
              <a:buNone/>
            </a:pPr>
            <a:r>
              <a:rPr lang="es-UY" sz="2400" b="1">
                <a:latin typeface="Bahnschrift SemiLight"/>
              </a:rPr>
              <a:t>Arboles genéricos:</a:t>
            </a:r>
            <a:endParaRPr lang="es-UY" sz="2400" dirty="0">
              <a:latin typeface="Bahnschrift SemiLight"/>
            </a:endParaRPr>
          </a:p>
          <a:p>
            <a:pPr marL="0" indent="0">
              <a:lnSpc>
                <a:spcPct val="100000"/>
              </a:lnSpc>
              <a:buNone/>
            </a:pPr>
            <a:br>
              <a:rPr lang="es-UY" sz="2400" b="1" dirty="0">
                <a:latin typeface="Bahnschrift SemiLight"/>
              </a:rPr>
            </a:br>
            <a:r>
              <a:rPr lang="es-UY" sz="2400">
                <a:latin typeface="Bahnschrift SemiLight"/>
              </a:rPr>
              <a:t>A diferencia de los árboles </a:t>
            </a:r>
            <a:r>
              <a:rPr lang="es-UY" sz="2400" dirty="0">
                <a:latin typeface="Bahnschrift SemiLight"/>
              </a:rPr>
              <a:t>binarios (donde cada nodo tiene a lo sumo 2 hijos), los árboles genéricos permiten cualquier cantidad de hijos. Son la forma más natural de modelar jerarquías del mundo real.</a:t>
            </a:r>
            <a:br>
              <a:rPr lang="es-UY" sz="2400" dirty="0">
                <a:latin typeface="Bahnschrift SemiLight"/>
              </a:rPr>
            </a:br>
            <a:br>
              <a:rPr lang="es-UY" sz="2400" dirty="0">
                <a:latin typeface="Bahnschrift SemiLight"/>
              </a:rPr>
            </a:br>
            <a:r>
              <a:rPr lang="es-UY" sz="2400">
                <a:latin typeface="Bahnschrift SemiLight"/>
              </a:rPr>
              <a:t>Ejemplo: Organigrama</a:t>
            </a:r>
            <a:endParaRPr lang="es-UY" sz="2400" dirty="0">
              <a:latin typeface="Bahnschrift SemiLight"/>
            </a:endParaRPr>
          </a:p>
          <a:p>
            <a:pPr marL="0" indent="0">
              <a:lnSpc>
                <a:spcPct val="100000"/>
              </a:lnSpc>
              <a:buNone/>
            </a:pPr>
            <a:endParaRPr lang="es-UY" sz="2400" dirty="0"/>
          </a:p>
          <a:p>
            <a:pPr>
              <a:lnSpc>
                <a:spcPct val="100000"/>
              </a:lnSpc>
            </a:pPr>
            <a:endParaRPr lang="es-UY" sz="2400" dirty="0"/>
          </a:p>
          <a:p>
            <a:pPr>
              <a:lnSpc>
                <a:spcPct val="100000"/>
              </a:lnSpc>
            </a:pPr>
            <a:endParaRPr lang="es-UY" sz="2400" dirty="0"/>
          </a:p>
        </p:txBody>
      </p:sp>
      <p:sp>
        <p:nvSpPr>
          <p:cNvPr id="7" name="Marcador de contenido 3">
            <a:extLst>
              <a:ext uri="{FF2B5EF4-FFF2-40B4-BE49-F238E27FC236}">
                <a16:creationId xmlns:a16="http://schemas.microsoft.com/office/drawing/2014/main" id="{CDB117FE-6A4B-381D-EDCD-D654AC32FD2F}"/>
              </a:ext>
            </a:extLst>
          </p:cNvPr>
          <p:cNvSpPr txBox="1">
            <a:spLocks/>
          </p:cNvSpPr>
          <p:nvPr/>
        </p:nvSpPr>
        <p:spPr>
          <a:xfrm>
            <a:off x="6402387" y="1330994"/>
            <a:ext cx="4948237" cy="468228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s-UY" sz="2400" b="1" dirty="0">
                <a:latin typeface="Bahnschrift SemiLight"/>
              </a:rPr>
              <a:t>Tries (del inglés </a:t>
            </a:r>
            <a:r>
              <a:rPr lang="es-UY" sz="2400" b="1" dirty="0" err="1">
                <a:latin typeface="Bahnschrift SemiLight"/>
              </a:rPr>
              <a:t>retrieval</a:t>
            </a:r>
            <a:r>
              <a:rPr lang="es-UY" sz="2400" b="1" dirty="0">
                <a:latin typeface="Bahnschrift SemiLight"/>
              </a:rPr>
              <a:t>):</a:t>
            </a:r>
            <a:br>
              <a:rPr lang="en-US" dirty="0"/>
            </a:br>
            <a:endParaRPr lang="es-UY" sz="2400" b="1" dirty="0">
              <a:latin typeface="Bahnschrift SemiLigh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s-UY" sz="2400">
                <a:latin typeface="Bahnschrift SemiLight"/>
              </a:rPr>
              <a:t>Un tipo especial de árbol </a:t>
            </a:r>
            <a:r>
              <a:rPr lang="es-UY" sz="2400" dirty="0">
                <a:latin typeface="Bahnschrift SemiLight"/>
              </a:rPr>
              <a:t>genérico diseñado para almacenar y buscar cadenas de caracteres de forma eficiente, aprovechando la estructura interna de las claves en lugar de compararlas enteras.</a:t>
            </a:r>
            <a:endParaRPr lang="en-US"/>
          </a:p>
          <a:p>
            <a:pPr marL="0" indent="0">
              <a:lnSpc>
                <a:spcPct val="100000"/>
              </a:lnSpc>
              <a:buNone/>
            </a:pPr>
            <a:endParaRPr lang="es-UY" sz="2400" dirty="0">
              <a:latin typeface="Bahnschrift SemiLigh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s-UY" sz="2400">
                <a:latin typeface="Bahnschrift SemiLight"/>
              </a:rPr>
              <a:t>Ejemplo: Autocompletados</a:t>
            </a:r>
          </a:p>
          <a:p>
            <a:pPr>
              <a:lnSpc>
                <a:spcPct val="100000"/>
              </a:lnSpc>
            </a:pPr>
            <a:endParaRPr lang="es-UY" sz="2400" dirty="0"/>
          </a:p>
          <a:p>
            <a:pPr>
              <a:lnSpc>
                <a:spcPct val="100000"/>
              </a:lnSpc>
            </a:pPr>
            <a:endParaRPr lang="es-UY" sz="2400" dirty="0"/>
          </a:p>
        </p:txBody>
      </p:sp>
    </p:spTree>
    <p:extLst>
      <p:ext uri="{BB962C8B-B14F-4D97-AF65-F5344CB8AC3E}">
        <p14:creationId xmlns:p14="http://schemas.microsoft.com/office/powerpoint/2010/main" val="415293578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5C0C2-1EC2-9692-FBB3-984215FBF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B85B7A-B553-F10B-3F00-02F472611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25488"/>
          </a:xfrm>
        </p:spPr>
        <p:txBody>
          <a:bodyPr lIns="91440" tIns="45720" rIns="91440" bIns="45720" anchor="t"/>
          <a:lstStyle/>
          <a:p>
            <a:r>
              <a:rPr lang="es-ES" b="1">
                <a:latin typeface="Bahnschrift Light"/>
              </a:rPr>
              <a:t>Árboles genéricos y tries</a:t>
            </a:r>
            <a:br>
              <a:rPr lang="es-ES" b="1" dirty="0">
                <a:latin typeface="Bahnschrift Light"/>
              </a:rPr>
            </a:br>
            <a:endParaRPr lang="es-ES" b="1">
              <a:latin typeface="Bahnschrift Light"/>
            </a:endParaRPr>
          </a:p>
          <a:p>
            <a:endParaRPr lang="es-ES" sz="4800" b="1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9CA1F3-317C-CDB1-D88D-4179F47C0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1330994"/>
            <a:ext cx="10510837" cy="5091864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s-UY" sz="2400" b="1">
                <a:latin typeface="Bahnschrift SemiLight"/>
              </a:rPr>
              <a:t>Resultados esperados del aprendizaje:</a:t>
            </a:r>
          </a:p>
          <a:p>
            <a:pPr marL="0" indent="0">
              <a:buNone/>
            </a:pPr>
            <a:r>
              <a:rPr lang="es-UY" sz="2400"/>
              <a:t>Al finalizar esta unidad de aprendizaje  serás capaz de:</a:t>
            </a:r>
            <a:endParaRPr lang="es-UY"/>
          </a:p>
          <a:p>
            <a:r>
              <a:rPr lang="es-UY" sz="2400" dirty="0"/>
              <a:t>Representar árboles genéricos y recorrerlos </a:t>
            </a:r>
            <a:r>
              <a:rPr lang="es-UY" sz="2400"/>
              <a:t>de diferentes maneras.</a:t>
            </a:r>
            <a:endParaRPr lang="es-UY"/>
          </a:p>
          <a:p>
            <a:r>
              <a:rPr lang="es-UY" sz="2400"/>
              <a:t>Identificar </a:t>
            </a:r>
            <a:r>
              <a:rPr lang="es-UY" sz="2400" dirty="0"/>
              <a:t>problemas</a:t>
            </a:r>
            <a:r>
              <a:rPr lang="es-UY" sz="2400"/>
              <a:t> reales en que sea conveniente utilizar árboles genéricos.</a:t>
            </a:r>
            <a:endParaRPr lang="es-UY"/>
          </a:p>
          <a:p>
            <a:r>
              <a:rPr lang="es-UY" sz="2400" dirty="0"/>
              <a:t>Analizar la utilidad y conveniencia de utilizar tries </a:t>
            </a:r>
            <a:r>
              <a:rPr lang="es-UY" sz="2400"/>
              <a:t>para diferentes aplicaciones reales.</a:t>
            </a:r>
            <a:endParaRPr lang="es-UY"/>
          </a:p>
          <a:p>
            <a:r>
              <a:rPr lang="es-UY" sz="2400"/>
              <a:t>Identificar formas de representación eficientes de tries y tries comprimidos.</a:t>
            </a:r>
            <a:endParaRPr lang="es-UY"/>
          </a:p>
          <a:p>
            <a:r>
              <a:rPr lang="es-UY" sz="2400" dirty="0"/>
              <a:t>Implementar en lenguaje JAVA y utilizar tries en </a:t>
            </a:r>
            <a:r>
              <a:rPr lang="es-UY" sz="2400"/>
              <a:t>diferentes problemas reales – como la construcción de diccionarios e índices.</a:t>
            </a:r>
            <a:endParaRPr lang="es-UY"/>
          </a:p>
          <a:p>
            <a:endParaRPr lang="es-UY" sz="2400" dirty="0"/>
          </a:p>
          <a:p>
            <a:endParaRPr lang="es-UY" sz="2400" dirty="0"/>
          </a:p>
        </p:txBody>
      </p:sp>
    </p:spTree>
    <p:extLst>
      <p:ext uri="{BB962C8B-B14F-4D97-AF65-F5344CB8AC3E}">
        <p14:creationId xmlns:p14="http://schemas.microsoft.com/office/powerpoint/2010/main" val="3755364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9AAB0-73F7-6C0C-860E-AFBF5DBE8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027E5B-019A-FF46-1EC0-EF3BDCAE4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25488"/>
          </a:xfrm>
        </p:spPr>
        <p:txBody>
          <a:bodyPr lIns="91440" tIns="45720" rIns="91440" bIns="45720" anchor="t"/>
          <a:lstStyle/>
          <a:p>
            <a:r>
              <a:rPr lang="es-ES" b="1">
                <a:latin typeface="Bahnschrift Light"/>
              </a:rPr>
              <a:t>Árboles</a:t>
            </a:r>
          </a:p>
          <a:p>
            <a:endParaRPr lang="es-ES" sz="4800" b="1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3FCC245-0A86-9125-CD32-E799FE2BD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1330994"/>
            <a:ext cx="10510837" cy="4672764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s-UY" sz="3200">
                <a:latin typeface="Bahnschrift SemiLight"/>
              </a:rPr>
              <a:t>Definición </a:t>
            </a:r>
            <a:endParaRPr lang="en-US" sz="3200"/>
          </a:p>
          <a:p>
            <a:r>
              <a:rPr lang="es-UY" sz="3200">
                <a:latin typeface="Bahnschrift SemiLight"/>
              </a:rPr>
              <a:t>Conjunto finito T de uno o más nodos tales que: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s-UY" sz="2800">
                <a:latin typeface="Bahnschrift SemiLight"/>
              </a:rPr>
              <a:t>a) Existe un nodo especialmente designado, llamado raíz del árbol, raíz(T).</a:t>
            </a:r>
            <a:br>
              <a:rPr lang="es-UY" sz="2800" dirty="0"/>
            </a:br>
            <a:endParaRPr lang="es-UY" sz="2800" dirty="0">
              <a:latin typeface="Bahnschrift SemiLigh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s-UY" sz="2800" dirty="0">
                <a:latin typeface="Bahnschrift SemiLight"/>
              </a:rPr>
              <a:t>b) Los restantes nodos (excluyendo la raíz), están distribuidos en m &gt;= 0 conjuntos disjuntos T</a:t>
            </a:r>
            <a:r>
              <a:rPr lang="es-UY" sz="2800" baseline="-25000" dirty="0">
                <a:latin typeface="Bahnschrift SemiLight"/>
              </a:rPr>
              <a:t>1</a:t>
            </a:r>
            <a:r>
              <a:rPr lang="es-UY" sz="2800" dirty="0">
                <a:latin typeface="Bahnschrift SemiLight"/>
              </a:rPr>
              <a:t>,.. ,T</a:t>
            </a:r>
            <a:r>
              <a:rPr lang="es-UY" sz="2800" baseline="-25000" dirty="0">
                <a:latin typeface="Bahnschrift SemiLight"/>
              </a:rPr>
              <a:t>m</a:t>
            </a:r>
            <a:r>
              <a:rPr lang="es-UY" sz="2800" dirty="0">
                <a:latin typeface="Bahnschrift SemiLight"/>
              </a:rPr>
              <a:t>, </a:t>
            </a:r>
            <a:r>
              <a:rPr lang="es-UY" sz="2800">
                <a:latin typeface="Bahnschrift SemiLight"/>
              </a:rPr>
              <a:t>y cada</a:t>
            </a:r>
            <a:r>
              <a:rPr lang="es-UY" sz="2800" dirty="0">
                <a:latin typeface="Bahnschrift SemiLight"/>
              </a:rPr>
              <a:t> uno de estos conjuntos es, a su vez, un </a:t>
            </a:r>
            <a:r>
              <a:rPr lang="es-UY" sz="2800">
                <a:latin typeface="Bahnschrift SemiLight"/>
              </a:rPr>
              <a:t>árbol. Los árboles T</a:t>
            </a:r>
            <a:r>
              <a:rPr lang="es-UY" sz="2800" baseline="-25000">
                <a:latin typeface="Bahnschrift SemiLight"/>
              </a:rPr>
              <a:t>1</a:t>
            </a:r>
            <a:r>
              <a:rPr lang="es-UY" sz="2800">
                <a:latin typeface="Bahnschrift SemiLight"/>
              </a:rPr>
              <a:t>,.. ,T</a:t>
            </a:r>
            <a:r>
              <a:rPr lang="es-UY" sz="2800" baseline="-25000">
                <a:latin typeface="Bahnschrift SemiLight"/>
              </a:rPr>
              <a:t>m</a:t>
            </a:r>
            <a:r>
              <a:rPr lang="es-UY" sz="2800">
                <a:latin typeface="Bahnschrift SemiLight"/>
              </a:rPr>
              <a:t> son llamados “subárboles” de la raíz</a:t>
            </a:r>
            <a:endParaRPr lang="es-UY" sz="2800"/>
          </a:p>
          <a:p>
            <a:endParaRPr lang="es-UY" sz="3200" dirty="0"/>
          </a:p>
          <a:p>
            <a:endParaRPr lang="es-UY" sz="3200" dirty="0"/>
          </a:p>
          <a:p>
            <a:endParaRPr lang="es-UY" sz="3200" dirty="0"/>
          </a:p>
        </p:txBody>
      </p:sp>
    </p:spTree>
    <p:extLst>
      <p:ext uri="{BB962C8B-B14F-4D97-AF65-F5344CB8AC3E}">
        <p14:creationId xmlns:p14="http://schemas.microsoft.com/office/powerpoint/2010/main" val="3559566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6A233-479E-8EAF-E6AD-75AA42646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E862EA-F754-9C0B-507E-4ADF12894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25488"/>
          </a:xfrm>
        </p:spPr>
        <p:txBody>
          <a:bodyPr lIns="91440" tIns="45720" rIns="91440" bIns="45720" anchor="t"/>
          <a:lstStyle/>
          <a:p>
            <a:r>
              <a:rPr lang="es-ES" b="1">
                <a:latin typeface="Bahnschrift Light"/>
              </a:rPr>
              <a:t>Un árbol visto recursivamente</a:t>
            </a:r>
          </a:p>
          <a:p>
            <a:endParaRPr lang="es-ES" sz="4800" b="1" dirty="0">
              <a:latin typeface="Bahnschrift Light"/>
            </a:endParaRPr>
          </a:p>
          <a:p>
            <a:endParaRPr lang="es-ES" sz="4800" b="1" dirty="0"/>
          </a:p>
        </p:txBody>
      </p:sp>
      <p:grpSp>
        <p:nvGrpSpPr>
          <p:cNvPr id="6" name="Google Shape;100;p4">
            <a:extLst>
              <a:ext uri="{FF2B5EF4-FFF2-40B4-BE49-F238E27FC236}">
                <a16:creationId xmlns:a16="http://schemas.microsoft.com/office/drawing/2014/main" id="{9B3193DE-21A9-F2C4-FFAD-1226F68125B9}"/>
              </a:ext>
            </a:extLst>
          </p:cNvPr>
          <p:cNvGrpSpPr/>
          <p:nvPr/>
        </p:nvGrpSpPr>
        <p:grpSpPr>
          <a:xfrm>
            <a:off x="2513313" y="1599171"/>
            <a:ext cx="6620389" cy="3659659"/>
            <a:chOff x="1514475" y="1866900"/>
            <a:chExt cx="3276" cy="1644"/>
          </a:xfrm>
        </p:grpSpPr>
        <p:pic>
          <p:nvPicPr>
            <p:cNvPr id="7" name="Google Shape;101;p4">
              <a:extLst>
                <a:ext uri="{FF2B5EF4-FFF2-40B4-BE49-F238E27FC236}">
                  <a16:creationId xmlns:a16="http://schemas.microsoft.com/office/drawing/2014/main" id="{A2DA9EDB-4958-4CD4-315F-229B3B40C1FF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514475" y="1866900"/>
              <a:ext cx="3276" cy="16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102;p4">
              <a:extLst>
                <a:ext uri="{FF2B5EF4-FFF2-40B4-BE49-F238E27FC236}">
                  <a16:creationId xmlns:a16="http://schemas.microsoft.com/office/drawing/2014/main" id="{2BCA7130-77B2-72E7-D879-D13135B068F8}"/>
                </a:ext>
              </a:extLst>
            </p:cNvPr>
            <p:cNvSpPr txBox="1"/>
            <p:nvPr/>
          </p:nvSpPr>
          <p:spPr>
            <a:xfrm>
              <a:off x="1515740" y="1867132"/>
              <a:ext cx="412" cy="20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dirty="0" err="1">
                  <a:latin typeface="Bahnschrift"/>
                </a:rPr>
                <a:t>Raíz</a:t>
              </a:r>
              <a:endParaRPr lang="en-US" sz="2400">
                <a:latin typeface="Bahnschrif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259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D6A13-2B6A-E7CA-E175-C3D70BF89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11D7BB-DB5B-F246-1DB4-AE2CB8959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25488"/>
          </a:xfrm>
        </p:spPr>
        <p:txBody>
          <a:bodyPr lIns="91440" tIns="45720" rIns="91440" bIns="45720" anchor="t"/>
          <a:lstStyle/>
          <a:p>
            <a:r>
              <a:rPr lang="es-ES" b="1">
                <a:latin typeface="Bahnschrift Light"/>
              </a:rPr>
              <a:t>¿Qué es un Árbol?</a:t>
            </a:r>
          </a:p>
          <a:p>
            <a:endParaRPr lang="es-ES" sz="4800" b="1" dirty="0">
              <a:latin typeface="Bahnschrift Light"/>
            </a:endParaRPr>
          </a:p>
          <a:p>
            <a:endParaRPr lang="es-ES" sz="4800" b="1" dirty="0">
              <a:latin typeface="Bahnschrift Light"/>
            </a:endParaRPr>
          </a:p>
          <a:p>
            <a:endParaRPr lang="es-ES" sz="4800" b="1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DCD742C-1FD3-79EC-D56B-506D9370A9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1330994"/>
            <a:ext cx="10510837" cy="4672764"/>
          </a:xfrm>
        </p:spPr>
        <p:txBody>
          <a:bodyPr lIns="91440" tIns="45720" rIns="91440" bIns="45720" anchor="t"/>
          <a:lstStyle/>
          <a:p>
            <a:pPr marL="457200" indent="-457200"/>
            <a:r>
              <a:rPr lang="es-UY" sz="2400" dirty="0">
                <a:latin typeface="Bahnschrift Light"/>
              </a:rPr>
              <a:t>En ciencias de la computación, un árbol es un modelo </a:t>
            </a:r>
            <a:r>
              <a:rPr lang="es-UY" sz="2400">
                <a:latin typeface="Bahnschrift Light"/>
              </a:rPr>
              <a:t>abstracto de una estructura jerárquica</a:t>
            </a:r>
            <a:br>
              <a:rPr lang="es-UY" sz="2400" dirty="0">
                <a:latin typeface="Bahnschrift Light"/>
              </a:rPr>
            </a:br>
            <a:endParaRPr lang="es-UY" sz="2400" dirty="0">
              <a:latin typeface="Bahnschrift Light"/>
            </a:endParaRPr>
          </a:p>
          <a:p>
            <a:pPr marL="457200" indent="-457200"/>
            <a:r>
              <a:rPr lang="es-UY" sz="2400" dirty="0">
                <a:latin typeface="Bahnschrift Light"/>
              </a:rPr>
              <a:t>Un árbol consiste de nodos con una relación padre-hijo.</a:t>
            </a:r>
            <a:br>
              <a:rPr lang="en-US" dirty="0">
                <a:latin typeface="Bahnschrift Light"/>
              </a:rPr>
            </a:br>
            <a:endParaRPr lang="es-UY" sz="2400" dirty="0">
              <a:latin typeface="Bahnschrift Light"/>
            </a:endParaRPr>
          </a:p>
          <a:p>
            <a:pPr marL="457200" indent="-457200"/>
            <a:r>
              <a:rPr lang="es-UY" sz="2400">
                <a:latin typeface="Bahnschrift Light"/>
              </a:rPr>
              <a:t>Aplicaciones:</a:t>
            </a:r>
            <a:endParaRPr lang="es-UY" sz="2400" dirty="0">
              <a:latin typeface="Bahnschrift Light"/>
            </a:endParaRP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s-UY" sz="2000">
                <a:latin typeface="Bahnschrift Light"/>
              </a:rPr>
              <a:t>Organigramas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s-UY" sz="2000">
                <a:latin typeface="Bahnschrift Light"/>
              </a:rPr>
              <a:t>Sistemas de archivos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s-UY" sz="2000">
                <a:latin typeface="Bahnschrift Light"/>
              </a:rPr>
              <a:t>Entornos de programación</a:t>
            </a:r>
          </a:p>
          <a:p>
            <a:pPr marL="457200" indent="-457200"/>
            <a:endParaRPr lang="es-UY" sz="2400" dirty="0">
              <a:latin typeface="Bahnschrift Light"/>
            </a:endParaRPr>
          </a:p>
          <a:p>
            <a:endParaRPr lang="es-UY" sz="3200" dirty="0">
              <a:latin typeface="Bahnschrift Light"/>
            </a:endParaRPr>
          </a:p>
        </p:txBody>
      </p:sp>
      <p:grpSp>
        <p:nvGrpSpPr>
          <p:cNvPr id="5" name="Google Shape;112;p5">
            <a:extLst>
              <a:ext uri="{FF2B5EF4-FFF2-40B4-BE49-F238E27FC236}">
                <a16:creationId xmlns:a16="http://schemas.microsoft.com/office/drawing/2014/main" id="{B7A5850A-7E33-6174-D98D-29AE8EFC63CE}"/>
              </a:ext>
            </a:extLst>
          </p:cNvPr>
          <p:cNvGrpSpPr/>
          <p:nvPr/>
        </p:nvGrpSpPr>
        <p:grpSpPr>
          <a:xfrm>
            <a:off x="5899651" y="2939023"/>
            <a:ext cx="5750281" cy="3166190"/>
            <a:chOff x="3570158" y="2990852"/>
            <a:chExt cx="3461" cy="1906"/>
          </a:xfrm>
        </p:grpSpPr>
        <p:sp>
          <p:nvSpPr>
            <p:cNvPr id="9" name="Google Shape;113;p5">
              <a:extLst>
                <a:ext uri="{FF2B5EF4-FFF2-40B4-BE49-F238E27FC236}">
                  <a16:creationId xmlns:a16="http://schemas.microsoft.com/office/drawing/2014/main" id="{CB6ECD51-E43F-10F9-A13D-D00BBA923F70}"/>
                </a:ext>
              </a:extLst>
            </p:cNvPr>
            <p:cNvSpPr/>
            <p:nvPr/>
          </p:nvSpPr>
          <p:spPr>
            <a:xfrm>
              <a:off x="3571373" y="2990852"/>
              <a:ext cx="1564" cy="225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>
                  <a:solidFill>
                    <a:schemeClr val="dk1"/>
                  </a:solidFill>
                  <a:latin typeface="Bahnschrift Light"/>
                  <a:ea typeface="Tahoma"/>
                  <a:cs typeface="Tahoma"/>
                  <a:sym typeface="Tahoma"/>
                </a:rPr>
                <a:t>Computadoras UCU</a:t>
              </a:r>
              <a:endParaRPr>
                <a:latin typeface="Bahnschrift Light"/>
              </a:endParaRPr>
            </a:p>
          </p:txBody>
        </p:sp>
        <p:sp>
          <p:nvSpPr>
            <p:cNvPr id="10" name="Google Shape;114;p5">
              <a:extLst>
                <a:ext uri="{FF2B5EF4-FFF2-40B4-BE49-F238E27FC236}">
                  <a16:creationId xmlns:a16="http://schemas.microsoft.com/office/drawing/2014/main" id="{896E44DD-FBC7-7AE1-D092-68FF62D62B0F}"/>
                </a:ext>
              </a:extLst>
            </p:cNvPr>
            <p:cNvSpPr/>
            <p:nvPr/>
          </p:nvSpPr>
          <p:spPr>
            <a:xfrm>
              <a:off x="3570555" y="2991407"/>
              <a:ext cx="503" cy="23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>
                  <a:solidFill>
                    <a:schemeClr val="dk1"/>
                  </a:solidFill>
                  <a:latin typeface="Bahnschrift Light"/>
                  <a:ea typeface="Tahoma"/>
                  <a:cs typeface="Tahoma"/>
                  <a:sym typeface="Tahoma"/>
                </a:rPr>
                <a:t>Ventas</a:t>
              </a:r>
              <a:endParaRPr sz="1600" b="0">
                <a:solidFill>
                  <a:schemeClr val="dk1"/>
                </a:solidFill>
                <a:latin typeface="Bahnschrift Light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" name="Google Shape;115;p5">
              <a:extLst>
                <a:ext uri="{FF2B5EF4-FFF2-40B4-BE49-F238E27FC236}">
                  <a16:creationId xmlns:a16="http://schemas.microsoft.com/office/drawing/2014/main" id="{EEBE0BC3-74F1-F0E8-AAF8-98B729079AE4}"/>
                </a:ext>
              </a:extLst>
            </p:cNvPr>
            <p:cNvSpPr/>
            <p:nvPr/>
          </p:nvSpPr>
          <p:spPr>
            <a:xfrm>
              <a:off x="3573269" y="2991420"/>
              <a:ext cx="350" cy="231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>
                  <a:solidFill>
                    <a:schemeClr val="dk1"/>
                  </a:solidFill>
                  <a:latin typeface="Bahnschrift Light"/>
                  <a:ea typeface="Tahoma"/>
                  <a:cs typeface="Tahoma"/>
                  <a:sym typeface="Tahoma"/>
                </a:rPr>
                <a:t>I&amp;D</a:t>
              </a:r>
              <a:endParaRPr>
                <a:latin typeface="Bahnschrift Light"/>
              </a:endParaRPr>
            </a:p>
          </p:txBody>
        </p:sp>
        <p:sp>
          <p:nvSpPr>
            <p:cNvPr id="12" name="Google Shape;116;p5">
              <a:extLst>
                <a:ext uri="{FF2B5EF4-FFF2-40B4-BE49-F238E27FC236}">
                  <a16:creationId xmlns:a16="http://schemas.microsoft.com/office/drawing/2014/main" id="{31953375-5978-BC1E-34E9-C9036914AA75}"/>
                </a:ext>
              </a:extLst>
            </p:cNvPr>
            <p:cNvSpPr/>
            <p:nvPr/>
          </p:nvSpPr>
          <p:spPr>
            <a:xfrm>
              <a:off x="3572187" y="2991432"/>
              <a:ext cx="889" cy="225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>
                  <a:solidFill>
                    <a:schemeClr val="dk1"/>
                  </a:solidFill>
                  <a:latin typeface="Bahnschrift Light"/>
                  <a:ea typeface="Tahoma"/>
                  <a:cs typeface="Tahoma"/>
                  <a:sym typeface="Tahoma"/>
                </a:rPr>
                <a:t>Producción</a:t>
              </a:r>
              <a:endParaRPr>
                <a:latin typeface="Bahnschrift Light"/>
              </a:endParaRPr>
            </a:p>
          </p:txBody>
        </p:sp>
        <p:sp>
          <p:nvSpPr>
            <p:cNvPr id="13" name="Google Shape;117;p5">
              <a:extLst>
                <a:ext uri="{FF2B5EF4-FFF2-40B4-BE49-F238E27FC236}">
                  <a16:creationId xmlns:a16="http://schemas.microsoft.com/office/drawing/2014/main" id="{CD6300F9-576F-0BEB-46F0-193D599E620E}"/>
                </a:ext>
              </a:extLst>
            </p:cNvPr>
            <p:cNvSpPr/>
            <p:nvPr/>
          </p:nvSpPr>
          <p:spPr>
            <a:xfrm>
              <a:off x="3571896" y="2991961"/>
              <a:ext cx="710" cy="225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>
                  <a:solidFill>
                    <a:schemeClr val="dk1"/>
                  </a:solidFill>
                  <a:latin typeface="Bahnschrift Light"/>
                  <a:ea typeface="Tahoma"/>
                  <a:cs typeface="Tahoma"/>
                  <a:sym typeface="Tahoma"/>
                </a:rPr>
                <a:t>Laptops</a:t>
              </a:r>
              <a:endParaRPr>
                <a:latin typeface="Bahnschrift Light"/>
              </a:endParaRPr>
            </a:p>
          </p:txBody>
        </p:sp>
        <p:sp>
          <p:nvSpPr>
            <p:cNvPr id="14" name="Google Shape;118;p5">
              <a:extLst>
                <a:ext uri="{FF2B5EF4-FFF2-40B4-BE49-F238E27FC236}">
                  <a16:creationId xmlns:a16="http://schemas.microsoft.com/office/drawing/2014/main" id="{F7AEF26C-EC0E-A547-3E81-F8181F1106E3}"/>
                </a:ext>
              </a:extLst>
            </p:cNvPr>
            <p:cNvSpPr/>
            <p:nvPr/>
          </p:nvSpPr>
          <p:spPr>
            <a:xfrm>
              <a:off x="3572691" y="2991954"/>
              <a:ext cx="761" cy="225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>
                  <a:solidFill>
                    <a:schemeClr val="dk1"/>
                  </a:solidFill>
                  <a:latin typeface="Bahnschrift Light"/>
                  <a:ea typeface="Tahoma"/>
                  <a:cs typeface="Tahoma"/>
                  <a:sym typeface="Tahoma"/>
                </a:rPr>
                <a:t>Desktops</a:t>
              </a:r>
              <a:endParaRPr>
                <a:latin typeface="Bahnschrift Light"/>
              </a:endParaRPr>
            </a:p>
          </p:txBody>
        </p:sp>
        <p:sp>
          <p:nvSpPr>
            <p:cNvPr id="15" name="Google Shape;119;p5">
              <a:extLst>
                <a:ext uri="{FF2B5EF4-FFF2-40B4-BE49-F238E27FC236}">
                  <a16:creationId xmlns:a16="http://schemas.microsoft.com/office/drawing/2014/main" id="{F5FD5160-0AC4-4C44-6BA1-3A02C4C92F94}"/>
                </a:ext>
              </a:extLst>
            </p:cNvPr>
            <p:cNvSpPr/>
            <p:nvPr/>
          </p:nvSpPr>
          <p:spPr>
            <a:xfrm>
              <a:off x="3570334" y="2991982"/>
              <a:ext cx="296" cy="23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>
                  <a:solidFill>
                    <a:schemeClr val="dk1"/>
                  </a:solidFill>
                  <a:latin typeface="Bahnschrift Light"/>
                  <a:ea typeface="Tahoma"/>
                  <a:cs typeface="Tahoma"/>
                  <a:sym typeface="Tahoma"/>
                </a:rPr>
                <a:t>Uy</a:t>
              </a:r>
              <a:endParaRPr>
                <a:latin typeface="Bahnschrift Light"/>
              </a:endParaRPr>
            </a:p>
          </p:txBody>
        </p:sp>
        <p:sp>
          <p:nvSpPr>
            <p:cNvPr id="16" name="Google Shape;120;p5">
              <a:extLst>
                <a:ext uri="{FF2B5EF4-FFF2-40B4-BE49-F238E27FC236}">
                  <a16:creationId xmlns:a16="http://schemas.microsoft.com/office/drawing/2014/main" id="{88E43428-3BE1-8802-6D85-809A108090DE}"/>
                </a:ext>
              </a:extLst>
            </p:cNvPr>
            <p:cNvSpPr/>
            <p:nvPr/>
          </p:nvSpPr>
          <p:spPr>
            <a:xfrm>
              <a:off x="3570778" y="2991985"/>
              <a:ext cx="948" cy="225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>
                  <a:solidFill>
                    <a:schemeClr val="dk1"/>
                  </a:solidFill>
                  <a:latin typeface="Bahnschrift Light"/>
                  <a:ea typeface="Tahoma"/>
                  <a:cs typeface="Tahoma"/>
                  <a:sym typeface="Tahoma"/>
                </a:rPr>
                <a:t>Internacional</a:t>
              </a:r>
              <a:endParaRPr sz="1600" b="0">
                <a:solidFill>
                  <a:schemeClr val="dk1"/>
                </a:solidFill>
                <a:latin typeface="Bahnschrift Light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7" name="Google Shape;121;p5">
              <a:extLst>
                <a:ext uri="{FF2B5EF4-FFF2-40B4-BE49-F238E27FC236}">
                  <a16:creationId xmlns:a16="http://schemas.microsoft.com/office/drawing/2014/main" id="{904A5446-535B-8AD1-7DDC-FEEC12A8195D}"/>
                </a:ext>
              </a:extLst>
            </p:cNvPr>
            <p:cNvCxnSpPr>
              <a:stCxn id="113" idx="2"/>
              <a:endCxn id="114" idx="0"/>
            </p:cNvCxnSpPr>
            <p:nvPr/>
          </p:nvCxnSpPr>
          <p:spPr>
            <a:xfrm flipH="1">
              <a:off x="3570769" y="2991080"/>
              <a:ext cx="12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22;p5">
              <a:extLst>
                <a:ext uri="{FF2B5EF4-FFF2-40B4-BE49-F238E27FC236}">
                  <a16:creationId xmlns:a16="http://schemas.microsoft.com/office/drawing/2014/main" id="{7F4584AC-78D7-C616-F502-03D2C280972D}"/>
                </a:ext>
              </a:extLst>
            </p:cNvPr>
            <p:cNvCxnSpPr>
              <a:stCxn id="113" idx="2"/>
              <a:endCxn id="116" idx="0"/>
            </p:cNvCxnSpPr>
            <p:nvPr/>
          </p:nvCxnSpPr>
          <p:spPr>
            <a:xfrm>
              <a:off x="3571969" y="2991080"/>
              <a:ext cx="6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23;p5">
              <a:extLst>
                <a:ext uri="{FF2B5EF4-FFF2-40B4-BE49-F238E27FC236}">
                  <a16:creationId xmlns:a16="http://schemas.microsoft.com/office/drawing/2014/main" id="{B78D33C7-6C80-3384-8156-43812ACEDA3C}"/>
                </a:ext>
              </a:extLst>
            </p:cNvPr>
            <p:cNvCxnSpPr>
              <a:stCxn id="113" idx="2"/>
              <a:endCxn id="115" idx="0"/>
            </p:cNvCxnSpPr>
            <p:nvPr/>
          </p:nvCxnSpPr>
          <p:spPr>
            <a:xfrm>
              <a:off x="3571969" y="2991080"/>
              <a:ext cx="15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124;p5">
              <a:extLst>
                <a:ext uri="{FF2B5EF4-FFF2-40B4-BE49-F238E27FC236}">
                  <a16:creationId xmlns:a16="http://schemas.microsoft.com/office/drawing/2014/main" id="{95186891-2048-F78F-B248-EA276B14C257}"/>
                </a:ext>
              </a:extLst>
            </p:cNvPr>
            <p:cNvCxnSpPr>
              <a:stCxn id="116" idx="2"/>
              <a:endCxn id="118" idx="0"/>
            </p:cNvCxnSpPr>
            <p:nvPr/>
          </p:nvCxnSpPr>
          <p:spPr>
            <a:xfrm>
              <a:off x="3572551" y="2991657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125;p5">
              <a:extLst>
                <a:ext uri="{FF2B5EF4-FFF2-40B4-BE49-F238E27FC236}">
                  <a16:creationId xmlns:a16="http://schemas.microsoft.com/office/drawing/2014/main" id="{96245460-7A42-7673-6F4B-0ED88F96741C}"/>
                </a:ext>
              </a:extLst>
            </p:cNvPr>
            <p:cNvCxnSpPr>
              <a:stCxn id="116" idx="2"/>
              <a:endCxn id="117" idx="0"/>
            </p:cNvCxnSpPr>
            <p:nvPr/>
          </p:nvCxnSpPr>
          <p:spPr>
            <a:xfrm flipH="1">
              <a:off x="3572251" y="2991657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126;p5">
              <a:extLst>
                <a:ext uri="{FF2B5EF4-FFF2-40B4-BE49-F238E27FC236}">
                  <a16:creationId xmlns:a16="http://schemas.microsoft.com/office/drawing/2014/main" id="{46E49B75-FF30-64F3-09EC-F62BC5BE4AB1}"/>
                </a:ext>
              </a:extLst>
            </p:cNvPr>
            <p:cNvCxnSpPr>
              <a:cxnSpLocks/>
            </p:cNvCxnSpPr>
            <p:nvPr/>
          </p:nvCxnSpPr>
          <p:spPr>
            <a:xfrm>
              <a:off x="3570783" y="2991656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127;p5">
              <a:extLst>
                <a:ext uri="{FF2B5EF4-FFF2-40B4-BE49-F238E27FC236}">
                  <a16:creationId xmlns:a16="http://schemas.microsoft.com/office/drawing/2014/main" id="{70527831-53A6-25F6-653D-8E9344F9BD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70483" y="2991656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" name="Google Shape;128;p5">
              <a:extLst>
                <a:ext uri="{FF2B5EF4-FFF2-40B4-BE49-F238E27FC236}">
                  <a16:creationId xmlns:a16="http://schemas.microsoft.com/office/drawing/2014/main" id="{25290AA0-2E31-A06C-9E11-1DE12C154588}"/>
                </a:ext>
              </a:extLst>
            </p:cNvPr>
            <p:cNvSpPr/>
            <p:nvPr/>
          </p:nvSpPr>
          <p:spPr>
            <a:xfrm>
              <a:off x="3570158" y="2992527"/>
              <a:ext cx="604" cy="225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>
                  <a:solidFill>
                    <a:schemeClr val="dk1"/>
                  </a:solidFill>
                  <a:latin typeface="Bahnschrift Light"/>
                  <a:ea typeface="Tahoma"/>
                  <a:cs typeface="Tahoma"/>
                  <a:sym typeface="Tahoma"/>
                </a:rPr>
                <a:t>Europa</a:t>
              </a:r>
              <a:endParaRPr>
                <a:latin typeface="Bahnschrift Light"/>
              </a:endParaRPr>
            </a:p>
          </p:txBody>
        </p:sp>
        <p:sp>
          <p:nvSpPr>
            <p:cNvPr id="25" name="Google Shape;129;p5">
              <a:extLst>
                <a:ext uri="{FF2B5EF4-FFF2-40B4-BE49-F238E27FC236}">
                  <a16:creationId xmlns:a16="http://schemas.microsoft.com/office/drawing/2014/main" id="{65DB1EBB-7FC4-3977-2D44-4E728E7A1C3B}"/>
                </a:ext>
              </a:extLst>
            </p:cNvPr>
            <p:cNvSpPr/>
            <p:nvPr/>
          </p:nvSpPr>
          <p:spPr>
            <a:xfrm>
              <a:off x="3571094" y="2992530"/>
              <a:ext cx="420" cy="225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>
                  <a:solidFill>
                    <a:schemeClr val="dk1"/>
                  </a:solidFill>
                  <a:latin typeface="Bahnschrift Light"/>
                  <a:ea typeface="Tahoma"/>
                  <a:cs typeface="Tahoma"/>
                  <a:sym typeface="Tahoma"/>
                </a:rPr>
                <a:t>Asia</a:t>
              </a:r>
              <a:endParaRPr>
                <a:latin typeface="Bahnschrift Light"/>
              </a:endParaRPr>
            </a:p>
          </p:txBody>
        </p:sp>
        <p:cxnSp>
          <p:nvCxnSpPr>
            <p:cNvPr id="26" name="Google Shape;130;p5">
              <a:extLst>
                <a:ext uri="{FF2B5EF4-FFF2-40B4-BE49-F238E27FC236}">
                  <a16:creationId xmlns:a16="http://schemas.microsoft.com/office/drawing/2014/main" id="{34F9A76D-4D9C-76B2-7355-6AEB5D27026F}"/>
                </a:ext>
              </a:extLst>
            </p:cNvPr>
            <p:cNvCxnSpPr>
              <a:stCxn id="120" idx="2"/>
              <a:endCxn id="129" idx="0"/>
            </p:cNvCxnSpPr>
            <p:nvPr/>
          </p:nvCxnSpPr>
          <p:spPr>
            <a:xfrm>
              <a:off x="3571312" y="2992232"/>
              <a:ext cx="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131;p5">
              <a:extLst>
                <a:ext uri="{FF2B5EF4-FFF2-40B4-BE49-F238E27FC236}">
                  <a16:creationId xmlns:a16="http://schemas.microsoft.com/office/drawing/2014/main" id="{79709763-BE61-F6D3-6F45-C3FB02A6982D}"/>
                </a:ext>
              </a:extLst>
            </p:cNvPr>
            <p:cNvCxnSpPr>
              <a:stCxn id="120" idx="2"/>
              <a:endCxn id="128" idx="0"/>
            </p:cNvCxnSpPr>
            <p:nvPr/>
          </p:nvCxnSpPr>
          <p:spPr>
            <a:xfrm flipH="1">
              <a:off x="3570412" y="2992232"/>
              <a:ext cx="9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8" name="Google Shape;132;p5">
              <a:extLst>
                <a:ext uri="{FF2B5EF4-FFF2-40B4-BE49-F238E27FC236}">
                  <a16:creationId xmlns:a16="http://schemas.microsoft.com/office/drawing/2014/main" id="{6DEE0620-46F8-A1F9-C25D-F10AFB1C179B}"/>
                </a:ext>
              </a:extLst>
            </p:cNvPr>
            <p:cNvSpPr/>
            <p:nvPr/>
          </p:nvSpPr>
          <p:spPr>
            <a:xfrm>
              <a:off x="3571811" y="2992533"/>
              <a:ext cx="714" cy="225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>
                  <a:solidFill>
                    <a:schemeClr val="dk1"/>
                  </a:solidFill>
                  <a:latin typeface="Bahnschrift Light"/>
                  <a:ea typeface="Tahoma"/>
                  <a:cs typeface="Tahoma"/>
                  <a:sym typeface="Tahoma"/>
                </a:rPr>
                <a:t>América</a:t>
              </a:r>
              <a:endParaRPr>
                <a:latin typeface="Bahnschrift Light"/>
              </a:endParaRPr>
            </a:p>
          </p:txBody>
        </p:sp>
        <p:cxnSp>
          <p:nvCxnSpPr>
            <p:cNvPr id="29" name="Google Shape;133;p5">
              <a:extLst>
                <a:ext uri="{FF2B5EF4-FFF2-40B4-BE49-F238E27FC236}">
                  <a16:creationId xmlns:a16="http://schemas.microsoft.com/office/drawing/2014/main" id="{C96F0D18-B339-863F-DE33-E88A9C10ACF1}"/>
                </a:ext>
              </a:extLst>
            </p:cNvPr>
            <p:cNvCxnSpPr>
              <a:stCxn id="120" idx="2"/>
              <a:endCxn id="132" idx="0"/>
            </p:cNvCxnSpPr>
            <p:nvPr/>
          </p:nvCxnSpPr>
          <p:spPr>
            <a:xfrm>
              <a:off x="3571312" y="2992232"/>
              <a:ext cx="9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6F4AD3A-7ACF-4B0D-BC6B-E2112D1221E8}"/>
              </a:ext>
            </a:extLst>
          </p:cNvPr>
          <p:cNvSpPr txBox="1"/>
          <p:nvPr/>
        </p:nvSpPr>
        <p:spPr>
          <a:xfrm>
            <a:off x="3048000" y="342900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Bahnschrift Light"/>
              </a:rPr>
              <a:t>​</a:t>
            </a:r>
          </a:p>
          <a:p>
            <a:pPr algn="ctr"/>
            <a:endParaRPr lang="en-US">
              <a:latin typeface="Bahnschrift Light"/>
            </a:endParaRPr>
          </a:p>
        </p:txBody>
      </p:sp>
    </p:spTree>
    <p:extLst>
      <p:ext uri="{BB962C8B-B14F-4D97-AF65-F5344CB8AC3E}">
        <p14:creationId xmlns:p14="http://schemas.microsoft.com/office/powerpoint/2010/main" val="331083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249FB-ECDC-0401-874B-0ACEBC608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95C1C5D-7070-6050-9C8E-E8F880464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1616744"/>
            <a:ext cx="9739312" cy="3625014"/>
          </a:xfrm>
        </p:spPr>
        <p:txBody>
          <a:bodyPr lIns="91440" tIns="45720" rIns="91440" bIns="45720" anchor="t"/>
          <a:lstStyle/>
          <a:p>
            <a:r>
              <a:rPr lang="es-UY" sz="2400" b="1">
                <a:latin typeface="Bahnschrift SemiLight"/>
              </a:rPr>
              <a:t>Grado</a:t>
            </a:r>
            <a:r>
              <a:rPr lang="es-UY" sz="2400">
                <a:latin typeface="Bahnschrift SemiLight"/>
              </a:rPr>
              <a:t>: número de subárboles de un nodo.</a:t>
            </a:r>
            <a:br>
              <a:rPr lang="es-UY" sz="2400" dirty="0">
                <a:latin typeface="Bahnschrift SemiLight"/>
              </a:rPr>
            </a:br>
            <a:endParaRPr lang="es-UY" sz="2400" dirty="0">
              <a:latin typeface="Bahnschrift SemiLight"/>
            </a:endParaRPr>
          </a:p>
          <a:p>
            <a:r>
              <a:rPr lang="es-UY" sz="2400" b="1" dirty="0">
                <a:latin typeface="Bahnschrift SemiLight"/>
              </a:rPr>
              <a:t>Nodo terminal y nodo interno</a:t>
            </a:r>
            <a:r>
              <a:rPr lang="es-UY" sz="2400" dirty="0">
                <a:latin typeface="Bahnschrift SemiLight"/>
              </a:rPr>
              <a:t>: nodo terminal </a:t>
            </a:r>
            <a:r>
              <a:rPr lang="es-UY" sz="2400">
                <a:latin typeface="Bahnschrift SemiLight"/>
              </a:rPr>
              <a:t>es el que tiene grado cero, también llamado “hoja”. Un nodo interno es aquél que no es terminal.</a:t>
            </a:r>
          </a:p>
          <a:p>
            <a:endParaRPr lang="es-UY" sz="2400" dirty="0"/>
          </a:p>
          <a:p>
            <a:r>
              <a:rPr lang="es-UY" sz="2400" b="1" dirty="0">
                <a:latin typeface="Bahnschrift SemiLight"/>
              </a:rPr>
              <a:t>Nivel de un nodo respecto a la raíz</a:t>
            </a:r>
            <a:r>
              <a:rPr lang="es-UY" sz="2400" dirty="0">
                <a:latin typeface="Bahnschrift SemiLight"/>
              </a:rPr>
              <a:t>: la raíz tiene nivel 0, y otros nodos tienen un nivel que es superior en uno al que tiene con respecto al subárbol </a:t>
            </a:r>
            <a:r>
              <a:rPr lang="es-UY" sz="2400" dirty="0" err="1">
                <a:latin typeface="Bahnschrift SemiLight"/>
              </a:rPr>
              <a:t>T</a:t>
            </a:r>
            <a:r>
              <a:rPr lang="es-UY" sz="2400" baseline="-25000" dirty="0" err="1">
                <a:latin typeface="Bahnschrift SemiLight"/>
              </a:rPr>
              <a:t>j</a:t>
            </a:r>
            <a:r>
              <a:rPr lang="es-UY" sz="2400" dirty="0">
                <a:latin typeface="Bahnschrift SemiLight"/>
              </a:rPr>
              <a:t>, de la raíz, que los contiene.</a:t>
            </a:r>
          </a:p>
          <a:p>
            <a:endParaRPr lang="es-UY" sz="2400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708EF319-108D-D8A8-AD10-D9DF12C08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s-ES" b="1" dirty="0">
                <a:latin typeface="Bahnschrift Light"/>
              </a:rPr>
              <a:t>Terminología de </a:t>
            </a:r>
            <a:r>
              <a:rPr lang="es-ES" b="1">
                <a:latin typeface="Bahnschrift Light"/>
              </a:rPr>
              <a:t>árboles genéricos</a:t>
            </a:r>
            <a:endParaRPr lang="es-ES" b="1" dirty="0">
              <a:latin typeface="Bahnschrift Light"/>
            </a:endParaRPr>
          </a:p>
        </p:txBody>
      </p:sp>
    </p:spTree>
    <p:extLst>
      <p:ext uri="{BB962C8B-B14F-4D97-AF65-F5344CB8AC3E}">
        <p14:creationId xmlns:p14="http://schemas.microsoft.com/office/powerpoint/2010/main" val="1326398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DE1F7-1E39-B7AF-FC25-922F1D997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F986EF9-8CA3-EF8C-4AF3-299B7FA5A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1359569"/>
            <a:ext cx="5253037" cy="4548939"/>
          </a:xfrm>
        </p:spPr>
        <p:txBody>
          <a:bodyPr lIns="91440" tIns="45720" rIns="91440" bIns="45720" anchor="t"/>
          <a:lstStyle/>
          <a:p>
            <a:r>
              <a:rPr lang="es-UY" sz="2400" dirty="0">
                <a:latin typeface="Bahnschrift SemiLight"/>
              </a:rPr>
              <a:t>Un recorrido visita los nodos del árbol de una </a:t>
            </a:r>
            <a:r>
              <a:rPr lang="es-UY" sz="2400">
                <a:latin typeface="Bahnschrift SemiLight"/>
              </a:rPr>
              <a:t>forma sistemática</a:t>
            </a:r>
            <a:endParaRPr lang="es-UY" sz="2400" dirty="0">
              <a:latin typeface="Bahnschrift SemiLight"/>
            </a:endParaRPr>
          </a:p>
          <a:p>
            <a:r>
              <a:rPr lang="es-UY" sz="2400" dirty="0">
                <a:latin typeface="Bahnschrift SemiLight"/>
              </a:rPr>
              <a:t>Los recorridos u ordenamientos se </a:t>
            </a:r>
            <a:r>
              <a:rPr lang="es-UY" sz="2400">
                <a:latin typeface="Bahnschrift SemiLight"/>
              </a:rPr>
              <a:t>definen recursivamente como sigue:</a:t>
            </a:r>
            <a:br>
              <a:rPr lang="es-UY" sz="2400" dirty="0">
                <a:latin typeface="Bahnschrift SemiLight"/>
              </a:rPr>
            </a:br>
            <a:endParaRPr lang="es-UY" sz="2400" dirty="0">
              <a:latin typeface="Bahnschrift SemiLigh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s-UY" sz="2000" dirty="0">
                <a:latin typeface="Bahnschrift SemiLight"/>
              </a:rPr>
              <a:t>Si un árbol A es nulo, entonces el listado de los nodos de A en </a:t>
            </a:r>
            <a:r>
              <a:rPr lang="es-UY" sz="2000" dirty="0" err="1">
                <a:latin typeface="Bahnschrift SemiLight"/>
              </a:rPr>
              <a:t>preorden</a:t>
            </a:r>
            <a:r>
              <a:rPr lang="es-UY" sz="2000" dirty="0">
                <a:latin typeface="Bahnschrift SemiLight"/>
              </a:rPr>
              <a:t>, </a:t>
            </a:r>
            <a:r>
              <a:rPr lang="es-UY" sz="2000" dirty="0" err="1">
                <a:latin typeface="Bahnschrift SemiLight"/>
              </a:rPr>
              <a:t>inorden</a:t>
            </a:r>
            <a:r>
              <a:rPr lang="es-UY" sz="2000" dirty="0">
                <a:latin typeface="Bahnschrift SemiLight"/>
              </a:rPr>
              <a:t> o </a:t>
            </a:r>
            <a:r>
              <a:rPr lang="es-UY" sz="2000" dirty="0" err="1">
                <a:latin typeface="Bahnschrift SemiLight"/>
              </a:rPr>
              <a:t>postorden</a:t>
            </a:r>
            <a:r>
              <a:rPr lang="es-UY" sz="2000" dirty="0">
                <a:latin typeface="Bahnschrift SemiLight"/>
              </a:rPr>
              <a:t>, es la lista vacía.</a:t>
            </a:r>
            <a:br>
              <a:rPr lang="es-UY" sz="2000" dirty="0">
                <a:latin typeface="Bahnschrift SemiLight"/>
              </a:rPr>
            </a:br>
            <a:endParaRPr lang="es-UY" sz="2000" dirty="0">
              <a:latin typeface="Bahnschrift SemiLigh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s-UY" sz="2000" dirty="0">
                <a:latin typeface="Bahnschrift SemiLight"/>
              </a:rPr>
              <a:t>Si A contiene un solo nodo, </a:t>
            </a:r>
            <a:r>
              <a:rPr lang="es-UY" sz="2000">
                <a:latin typeface="Bahnschrift SemiLight"/>
              </a:rPr>
              <a:t>entonces ese nodo constituye el listado en los tres órdenes</a:t>
            </a:r>
            <a:r>
              <a:rPr lang="es-UY" sz="2000" dirty="0">
                <a:latin typeface="Bahnschrift SemiLight"/>
              </a:rPr>
              <a:t>.</a:t>
            </a:r>
          </a:p>
          <a:p>
            <a:endParaRPr lang="es-UY" sz="2400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7A01BA37-0417-3A58-CF5C-4A9291A41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Recorridos de los árboles genéricos</a:t>
            </a:r>
          </a:p>
        </p:txBody>
      </p:sp>
      <p:grpSp>
        <p:nvGrpSpPr>
          <p:cNvPr id="2" name="Google Shape;152;p7">
            <a:extLst>
              <a:ext uri="{FF2B5EF4-FFF2-40B4-BE49-F238E27FC236}">
                <a16:creationId xmlns:a16="http://schemas.microsoft.com/office/drawing/2014/main" id="{423F9271-DB5F-A9EF-34D3-1759D57E7D11}"/>
              </a:ext>
            </a:extLst>
          </p:cNvPr>
          <p:cNvGrpSpPr/>
          <p:nvPr/>
        </p:nvGrpSpPr>
        <p:grpSpPr>
          <a:xfrm>
            <a:off x="6862873" y="2195596"/>
            <a:ext cx="4486275" cy="2374889"/>
            <a:chOff x="5062648" y="2339997"/>
            <a:chExt cx="1776" cy="812"/>
          </a:xfrm>
        </p:grpSpPr>
        <p:sp>
          <p:nvSpPr>
            <p:cNvPr id="3" name="Google Shape;153;p7">
              <a:extLst>
                <a:ext uri="{FF2B5EF4-FFF2-40B4-BE49-F238E27FC236}">
                  <a16:creationId xmlns:a16="http://schemas.microsoft.com/office/drawing/2014/main" id="{C57CAC53-E7BA-B1B2-062C-EAC4AF800945}"/>
                </a:ext>
              </a:extLst>
            </p:cNvPr>
            <p:cNvSpPr/>
            <p:nvPr/>
          </p:nvSpPr>
          <p:spPr>
            <a:xfrm>
              <a:off x="5063396" y="2339997"/>
              <a:ext cx="232" cy="23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Bahnschrift Light"/>
                <a:sym typeface="Arial"/>
              </a:endParaRPr>
            </a:p>
          </p:txBody>
        </p:sp>
        <p:cxnSp>
          <p:nvCxnSpPr>
            <p:cNvPr id="5" name="Google Shape;154;p7">
              <a:extLst>
                <a:ext uri="{FF2B5EF4-FFF2-40B4-BE49-F238E27FC236}">
                  <a16:creationId xmlns:a16="http://schemas.microsoft.com/office/drawing/2014/main" id="{38EB9A61-410E-A34C-8136-71A3B4053735}"/>
                </a:ext>
              </a:extLst>
            </p:cNvPr>
            <p:cNvCxnSpPr/>
            <p:nvPr/>
          </p:nvCxnSpPr>
          <p:spPr>
            <a:xfrm>
              <a:off x="5063512" y="2340233"/>
              <a:ext cx="0" cy="24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" name="Google Shape;155;p7">
              <a:extLst>
                <a:ext uri="{FF2B5EF4-FFF2-40B4-BE49-F238E27FC236}">
                  <a16:creationId xmlns:a16="http://schemas.microsoft.com/office/drawing/2014/main" id="{ECBDED70-5B38-1584-6F57-9D9184CDF7F4}"/>
                </a:ext>
              </a:extLst>
            </p:cNvPr>
            <p:cNvCxnSpPr/>
            <p:nvPr/>
          </p:nvCxnSpPr>
          <p:spPr>
            <a:xfrm rot="10800000" flipH="1">
              <a:off x="5062888" y="2340185"/>
              <a:ext cx="528" cy="288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" name="Google Shape;156;p7">
              <a:extLst>
                <a:ext uri="{FF2B5EF4-FFF2-40B4-BE49-F238E27FC236}">
                  <a16:creationId xmlns:a16="http://schemas.microsoft.com/office/drawing/2014/main" id="{597F57AE-82C5-9867-855F-EFF1C927EB0A}"/>
                </a:ext>
              </a:extLst>
            </p:cNvPr>
            <p:cNvCxnSpPr/>
            <p:nvPr/>
          </p:nvCxnSpPr>
          <p:spPr>
            <a:xfrm rot="10800000">
              <a:off x="5063608" y="2340185"/>
              <a:ext cx="576" cy="288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9" name="Google Shape;157;p7">
              <a:extLst>
                <a:ext uri="{FF2B5EF4-FFF2-40B4-BE49-F238E27FC236}">
                  <a16:creationId xmlns:a16="http://schemas.microsoft.com/office/drawing/2014/main" id="{4B5EEE87-1B70-B981-7E36-DE4127538015}"/>
                </a:ext>
              </a:extLst>
            </p:cNvPr>
            <p:cNvGrpSpPr/>
            <p:nvPr/>
          </p:nvGrpSpPr>
          <p:grpSpPr>
            <a:xfrm>
              <a:off x="5062648" y="2340473"/>
              <a:ext cx="480" cy="336"/>
              <a:chOff x="5062648" y="2340473"/>
              <a:chExt cx="480" cy="336"/>
            </a:xfrm>
          </p:grpSpPr>
          <p:grpSp>
            <p:nvGrpSpPr>
              <p:cNvPr id="24" name="Google Shape;158;p7">
                <a:extLst>
                  <a:ext uri="{FF2B5EF4-FFF2-40B4-BE49-F238E27FC236}">
                    <a16:creationId xmlns:a16="http://schemas.microsoft.com/office/drawing/2014/main" id="{ED153ACF-5AA4-8446-7317-A6919BB4D177}"/>
                  </a:ext>
                </a:extLst>
              </p:cNvPr>
              <p:cNvGrpSpPr/>
              <p:nvPr/>
            </p:nvGrpSpPr>
            <p:grpSpPr>
              <a:xfrm>
                <a:off x="5062648" y="2340473"/>
                <a:ext cx="480" cy="336"/>
                <a:chOff x="5062648" y="2340473"/>
                <a:chExt cx="480" cy="336"/>
              </a:xfrm>
            </p:grpSpPr>
            <p:cxnSp>
              <p:nvCxnSpPr>
                <p:cNvPr id="26" name="Google Shape;159;p7">
                  <a:extLst>
                    <a:ext uri="{FF2B5EF4-FFF2-40B4-BE49-F238E27FC236}">
                      <a16:creationId xmlns:a16="http://schemas.microsoft.com/office/drawing/2014/main" id="{BF238D51-E086-44C7-2B87-24D339E9B712}"/>
                    </a:ext>
                  </a:extLst>
                </p:cNvPr>
                <p:cNvCxnSpPr/>
                <p:nvPr/>
              </p:nvCxnSpPr>
              <p:spPr>
                <a:xfrm flipH="1">
                  <a:off x="5062648" y="2340473"/>
                  <a:ext cx="240" cy="336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27" name="Google Shape;160;p7">
                  <a:extLst>
                    <a:ext uri="{FF2B5EF4-FFF2-40B4-BE49-F238E27FC236}">
                      <a16:creationId xmlns:a16="http://schemas.microsoft.com/office/drawing/2014/main" id="{2C21535D-AB80-D163-D72B-BBE8FEA644DA}"/>
                    </a:ext>
                  </a:extLst>
                </p:cNvPr>
                <p:cNvCxnSpPr/>
                <p:nvPr/>
              </p:nvCxnSpPr>
              <p:spPr>
                <a:xfrm>
                  <a:off x="5062888" y="2340473"/>
                  <a:ext cx="240" cy="336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28" name="Google Shape;161;p7">
                  <a:extLst>
                    <a:ext uri="{FF2B5EF4-FFF2-40B4-BE49-F238E27FC236}">
                      <a16:creationId xmlns:a16="http://schemas.microsoft.com/office/drawing/2014/main" id="{631D8243-AA77-719D-DF59-BED794FD4085}"/>
                    </a:ext>
                  </a:extLst>
                </p:cNvPr>
                <p:cNvCxnSpPr/>
                <p:nvPr/>
              </p:nvCxnSpPr>
              <p:spPr>
                <a:xfrm>
                  <a:off x="5062648" y="2340809"/>
                  <a:ext cx="480" cy="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sp>
            <p:nvSpPr>
              <p:cNvPr id="25" name="Google Shape;162;p7">
                <a:extLst>
                  <a:ext uri="{FF2B5EF4-FFF2-40B4-BE49-F238E27FC236}">
                    <a16:creationId xmlns:a16="http://schemas.microsoft.com/office/drawing/2014/main" id="{304E81D0-67F8-08A0-ABDF-B6C8E5665AB6}"/>
                  </a:ext>
                </a:extLst>
              </p:cNvPr>
              <p:cNvSpPr/>
              <p:nvPr/>
            </p:nvSpPr>
            <p:spPr>
              <a:xfrm>
                <a:off x="5062782" y="2340588"/>
                <a:ext cx="280" cy="1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2075" tIns="46025" rIns="92075" bIns="46025" anchor="t" anchorCtr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>
                    <a:solidFill>
                      <a:schemeClr val="dk1"/>
                    </a:solidFill>
                    <a:latin typeface="Bahnschrift Light"/>
                    <a:ea typeface="Times New Roman"/>
                    <a:cs typeface="Times New Roman"/>
                    <a:sym typeface="Times New Roman"/>
                  </a:rPr>
                  <a:t>A</a:t>
                </a:r>
                <a:r>
                  <a:rPr lang="en-US" sz="1200" b="0">
                    <a:solidFill>
                      <a:schemeClr val="dk1"/>
                    </a:solidFill>
                    <a:latin typeface="Bahnschrift Light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>
                  <a:latin typeface="Bahnschrift Light"/>
                </a:endParaRPr>
              </a:p>
            </p:txBody>
          </p:sp>
        </p:grpSp>
        <p:grpSp>
          <p:nvGrpSpPr>
            <p:cNvPr id="10" name="Google Shape;163;p7">
              <a:extLst>
                <a:ext uri="{FF2B5EF4-FFF2-40B4-BE49-F238E27FC236}">
                  <a16:creationId xmlns:a16="http://schemas.microsoft.com/office/drawing/2014/main" id="{6753FBBC-4E92-7FEC-1231-B6C8E254E754}"/>
                </a:ext>
              </a:extLst>
            </p:cNvPr>
            <p:cNvGrpSpPr/>
            <p:nvPr/>
          </p:nvGrpSpPr>
          <p:grpSpPr>
            <a:xfrm>
              <a:off x="5063272" y="2340473"/>
              <a:ext cx="480" cy="336"/>
              <a:chOff x="5063272" y="2340473"/>
              <a:chExt cx="480" cy="336"/>
            </a:xfrm>
          </p:grpSpPr>
          <p:grpSp>
            <p:nvGrpSpPr>
              <p:cNvPr id="19" name="Google Shape;164;p7">
                <a:extLst>
                  <a:ext uri="{FF2B5EF4-FFF2-40B4-BE49-F238E27FC236}">
                    <a16:creationId xmlns:a16="http://schemas.microsoft.com/office/drawing/2014/main" id="{A55D1BB1-EEAA-138C-6325-799BB01BF9CA}"/>
                  </a:ext>
                </a:extLst>
              </p:cNvPr>
              <p:cNvGrpSpPr/>
              <p:nvPr/>
            </p:nvGrpSpPr>
            <p:grpSpPr>
              <a:xfrm>
                <a:off x="5063272" y="2340473"/>
                <a:ext cx="480" cy="336"/>
                <a:chOff x="5063272" y="2340473"/>
                <a:chExt cx="480" cy="336"/>
              </a:xfrm>
            </p:grpSpPr>
            <p:cxnSp>
              <p:nvCxnSpPr>
                <p:cNvPr id="21" name="Google Shape;165;p7">
                  <a:extLst>
                    <a:ext uri="{FF2B5EF4-FFF2-40B4-BE49-F238E27FC236}">
                      <a16:creationId xmlns:a16="http://schemas.microsoft.com/office/drawing/2014/main" id="{F48708ED-1706-6232-010A-A4B6D674EAE2}"/>
                    </a:ext>
                  </a:extLst>
                </p:cNvPr>
                <p:cNvCxnSpPr/>
                <p:nvPr/>
              </p:nvCxnSpPr>
              <p:spPr>
                <a:xfrm flipH="1">
                  <a:off x="5063272" y="2340473"/>
                  <a:ext cx="240" cy="336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22" name="Google Shape;166;p7">
                  <a:extLst>
                    <a:ext uri="{FF2B5EF4-FFF2-40B4-BE49-F238E27FC236}">
                      <a16:creationId xmlns:a16="http://schemas.microsoft.com/office/drawing/2014/main" id="{182870F0-A0BF-EE74-850C-06CD910C73A2}"/>
                    </a:ext>
                  </a:extLst>
                </p:cNvPr>
                <p:cNvCxnSpPr/>
                <p:nvPr/>
              </p:nvCxnSpPr>
              <p:spPr>
                <a:xfrm>
                  <a:off x="5063512" y="2340473"/>
                  <a:ext cx="240" cy="336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23" name="Google Shape;167;p7">
                  <a:extLst>
                    <a:ext uri="{FF2B5EF4-FFF2-40B4-BE49-F238E27FC236}">
                      <a16:creationId xmlns:a16="http://schemas.microsoft.com/office/drawing/2014/main" id="{9E79ADE5-A03E-9FB1-009C-C1C0BEE0B624}"/>
                    </a:ext>
                  </a:extLst>
                </p:cNvPr>
                <p:cNvCxnSpPr/>
                <p:nvPr/>
              </p:nvCxnSpPr>
              <p:spPr>
                <a:xfrm>
                  <a:off x="5063272" y="2340809"/>
                  <a:ext cx="480" cy="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sp>
            <p:nvSpPr>
              <p:cNvPr id="20" name="Google Shape;168;p7">
                <a:extLst>
                  <a:ext uri="{FF2B5EF4-FFF2-40B4-BE49-F238E27FC236}">
                    <a16:creationId xmlns:a16="http://schemas.microsoft.com/office/drawing/2014/main" id="{4D761826-5CF1-7C32-E1A2-1FA9F61D36E4}"/>
                  </a:ext>
                </a:extLst>
              </p:cNvPr>
              <p:cNvSpPr/>
              <p:nvPr/>
            </p:nvSpPr>
            <p:spPr>
              <a:xfrm>
                <a:off x="5063406" y="2340588"/>
                <a:ext cx="280" cy="1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2075" tIns="46025" rIns="92075" bIns="46025" anchor="t" anchorCtr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>
                    <a:solidFill>
                      <a:schemeClr val="dk1"/>
                    </a:solidFill>
                    <a:latin typeface="Bahnschrift Light"/>
                    <a:ea typeface="Times New Roman"/>
                    <a:cs typeface="Times New Roman"/>
                    <a:sym typeface="Times New Roman"/>
                  </a:rPr>
                  <a:t>A</a:t>
                </a:r>
                <a:r>
                  <a:rPr lang="en-US" sz="1200" b="0">
                    <a:solidFill>
                      <a:schemeClr val="dk1"/>
                    </a:solidFill>
                    <a:latin typeface="Bahnschrift Light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>
                  <a:latin typeface="Bahnschrift Light"/>
                </a:endParaRPr>
              </a:p>
            </p:txBody>
          </p:sp>
        </p:grpSp>
        <p:grpSp>
          <p:nvGrpSpPr>
            <p:cNvPr id="11" name="Google Shape;169;p7">
              <a:extLst>
                <a:ext uri="{FF2B5EF4-FFF2-40B4-BE49-F238E27FC236}">
                  <a16:creationId xmlns:a16="http://schemas.microsoft.com/office/drawing/2014/main" id="{93E683D3-96A8-F0B5-9282-345DB7E32E0E}"/>
                </a:ext>
              </a:extLst>
            </p:cNvPr>
            <p:cNvGrpSpPr/>
            <p:nvPr/>
          </p:nvGrpSpPr>
          <p:grpSpPr>
            <a:xfrm>
              <a:off x="5063944" y="2340473"/>
              <a:ext cx="480" cy="336"/>
              <a:chOff x="5063944" y="2340473"/>
              <a:chExt cx="480" cy="336"/>
            </a:xfrm>
          </p:grpSpPr>
          <p:grpSp>
            <p:nvGrpSpPr>
              <p:cNvPr id="14" name="Google Shape;170;p7">
                <a:extLst>
                  <a:ext uri="{FF2B5EF4-FFF2-40B4-BE49-F238E27FC236}">
                    <a16:creationId xmlns:a16="http://schemas.microsoft.com/office/drawing/2014/main" id="{60A8D81A-3B8A-0B06-A0B0-A8B46AF0D822}"/>
                  </a:ext>
                </a:extLst>
              </p:cNvPr>
              <p:cNvGrpSpPr/>
              <p:nvPr/>
            </p:nvGrpSpPr>
            <p:grpSpPr>
              <a:xfrm>
                <a:off x="5063944" y="2340473"/>
                <a:ext cx="480" cy="336"/>
                <a:chOff x="5063944" y="2340473"/>
                <a:chExt cx="480" cy="336"/>
              </a:xfrm>
            </p:grpSpPr>
            <p:cxnSp>
              <p:nvCxnSpPr>
                <p:cNvPr id="16" name="Google Shape;171;p7">
                  <a:extLst>
                    <a:ext uri="{FF2B5EF4-FFF2-40B4-BE49-F238E27FC236}">
                      <a16:creationId xmlns:a16="http://schemas.microsoft.com/office/drawing/2014/main" id="{92BF52F1-D205-09D4-52FA-4140A02B1F50}"/>
                    </a:ext>
                  </a:extLst>
                </p:cNvPr>
                <p:cNvCxnSpPr/>
                <p:nvPr/>
              </p:nvCxnSpPr>
              <p:spPr>
                <a:xfrm flipH="1">
                  <a:off x="5063944" y="2340473"/>
                  <a:ext cx="240" cy="336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7" name="Google Shape;172;p7">
                  <a:extLst>
                    <a:ext uri="{FF2B5EF4-FFF2-40B4-BE49-F238E27FC236}">
                      <a16:creationId xmlns:a16="http://schemas.microsoft.com/office/drawing/2014/main" id="{BE0A3D18-E9AC-63DC-1668-288ED79E670C}"/>
                    </a:ext>
                  </a:extLst>
                </p:cNvPr>
                <p:cNvCxnSpPr/>
                <p:nvPr/>
              </p:nvCxnSpPr>
              <p:spPr>
                <a:xfrm>
                  <a:off x="5064184" y="2340473"/>
                  <a:ext cx="240" cy="336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8" name="Google Shape;173;p7">
                  <a:extLst>
                    <a:ext uri="{FF2B5EF4-FFF2-40B4-BE49-F238E27FC236}">
                      <a16:creationId xmlns:a16="http://schemas.microsoft.com/office/drawing/2014/main" id="{097BF165-6C9C-36CF-9218-BA8759B29454}"/>
                    </a:ext>
                  </a:extLst>
                </p:cNvPr>
                <p:cNvCxnSpPr/>
                <p:nvPr/>
              </p:nvCxnSpPr>
              <p:spPr>
                <a:xfrm>
                  <a:off x="5063944" y="2340809"/>
                  <a:ext cx="480" cy="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sp>
            <p:nvSpPr>
              <p:cNvPr id="15" name="Google Shape;174;p7">
                <a:extLst>
                  <a:ext uri="{FF2B5EF4-FFF2-40B4-BE49-F238E27FC236}">
                    <a16:creationId xmlns:a16="http://schemas.microsoft.com/office/drawing/2014/main" id="{2E0E4727-130B-2075-6643-9EB63B5237E2}"/>
                  </a:ext>
                </a:extLst>
              </p:cNvPr>
              <p:cNvSpPr/>
              <p:nvPr/>
            </p:nvSpPr>
            <p:spPr>
              <a:xfrm>
                <a:off x="5064078" y="2340588"/>
                <a:ext cx="280" cy="1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2075" tIns="46025" rIns="92075" bIns="46025" anchor="t" anchorCtr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>
                    <a:solidFill>
                      <a:schemeClr val="dk1"/>
                    </a:solidFill>
                    <a:latin typeface="Bahnschrift Light"/>
                    <a:ea typeface="Times New Roman"/>
                    <a:cs typeface="Times New Roman"/>
                    <a:sym typeface="Times New Roman"/>
                  </a:rPr>
                  <a:t>A</a:t>
                </a:r>
                <a:r>
                  <a:rPr lang="en-US" sz="1200" b="0">
                    <a:solidFill>
                      <a:schemeClr val="dk1"/>
                    </a:solidFill>
                    <a:latin typeface="Bahnschrift Light"/>
                    <a:ea typeface="Times New Roman"/>
                    <a:cs typeface="Times New Roman"/>
                    <a:sym typeface="Times New Roman"/>
                  </a:rPr>
                  <a:t>k</a:t>
                </a:r>
                <a:endParaRPr>
                  <a:latin typeface="Bahnschrift Light"/>
                </a:endParaRPr>
              </a:p>
            </p:txBody>
          </p:sp>
        </p:grpSp>
        <p:sp>
          <p:nvSpPr>
            <p:cNvPr id="12" name="Google Shape;175;p7">
              <a:extLst>
                <a:ext uri="{FF2B5EF4-FFF2-40B4-BE49-F238E27FC236}">
                  <a16:creationId xmlns:a16="http://schemas.microsoft.com/office/drawing/2014/main" id="{4B754C84-6954-3959-ECF5-DD57E8305CB9}"/>
                </a:ext>
              </a:extLst>
            </p:cNvPr>
            <p:cNvSpPr/>
            <p:nvPr/>
          </p:nvSpPr>
          <p:spPr>
            <a:xfrm>
              <a:off x="5063430" y="2340023"/>
              <a:ext cx="212" cy="1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>
                  <a:solidFill>
                    <a:schemeClr val="dk1"/>
                  </a:solidFill>
                  <a:latin typeface="Bahnschrift Light"/>
                  <a:ea typeface="Times New Roman"/>
                  <a:cs typeface="Times New Roman"/>
                  <a:sym typeface="Times New Roman"/>
                </a:rPr>
                <a:t>n</a:t>
              </a:r>
              <a:endParaRPr>
                <a:latin typeface="Bahnschrift Light"/>
              </a:endParaRPr>
            </a:p>
          </p:txBody>
        </p:sp>
        <p:sp>
          <p:nvSpPr>
            <p:cNvPr id="13" name="Google Shape;176;p7">
              <a:extLst>
                <a:ext uri="{FF2B5EF4-FFF2-40B4-BE49-F238E27FC236}">
                  <a16:creationId xmlns:a16="http://schemas.microsoft.com/office/drawing/2014/main" id="{86534E26-8CF7-4E78-BC5B-FB31C7475551}"/>
                </a:ext>
              </a:extLst>
            </p:cNvPr>
            <p:cNvSpPr/>
            <p:nvPr/>
          </p:nvSpPr>
          <p:spPr>
            <a:xfrm>
              <a:off x="5063646" y="2340232"/>
              <a:ext cx="332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75" tIns="46025" rIns="92075" bIns="460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0">
                  <a:solidFill>
                    <a:schemeClr val="dk1"/>
                  </a:solidFill>
                  <a:latin typeface="Bahnschrift Light"/>
                  <a:ea typeface="Times New Roman"/>
                  <a:cs typeface="Times New Roman"/>
                  <a:sym typeface="Times New Roman"/>
                </a:rPr>
                <a:t>...</a:t>
              </a:r>
              <a:endParaRPr>
                <a:latin typeface="Bahnschrift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7486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30BBA-B46B-7CD4-BBEE-9E235B576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DC9CA57-64E1-6962-EA14-BB1906E6CA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037" y="1616744"/>
            <a:ext cx="9739312" cy="3625014"/>
          </a:xfrm>
        </p:spPr>
        <p:txBody>
          <a:bodyPr lIns="91440" tIns="45720" rIns="91440" bIns="45720" anchor="t"/>
          <a:lstStyle/>
          <a:p>
            <a:r>
              <a:rPr lang="es-UY" sz="2400" b="1" dirty="0" err="1">
                <a:latin typeface="Bahnschrift SemiLight"/>
              </a:rPr>
              <a:t>Preorden</a:t>
            </a:r>
            <a:r>
              <a:rPr lang="es-UY" sz="2400" b="1" dirty="0">
                <a:latin typeface="Bahnschrift SemiLight"/>
              </a:rPr>
              <a:t> </a:t>
            </a:r>
            <a:r>
              <a:rPr lang="es-UY" sz="2400" dirty="0">
                <a:latin typeface="Bahnschrift SemiLight"/>
              </a:rPr>
              <a:t>: Raíz de A, seguido de los nodos de A1 en </a:t>
            </a:r>
            <a:r>
              <a:rPr lang="es-UY" sz="2400" dirty="0" err="1">
                <a:latin typeface="Bahnschrift SemiLight"/>
              </a:rPr>
              <a:t>preorden</a:t>
            </a:r>
            <a:r>
              <a:rPr lang="es-UY" sz="2400" dirty="0">
                <a:latin typeface="Bahnschrift SemiLight"/>
              </a:rPr>
              <a:t>, luego los de A2 en </a:t>
            </a:r>
            <a:r>
              <a:rPr lang="es-UY" sz="2400" dirty="0" err="1">
                <a:latin typeface="Bahnschrift SemiLight"/>
              </a:rPr>
              <a:t>preorden</a:t>
            </a:r>
            <a:r>
              <a:rPr lang="es-UY" sz="2400" dirty="0">
                <a:latin typeface="Bahnschrift SemiLight"/>
              </a:rPr>
              <a:t>, etc.</a:t>
            </a:r>
          </a:p>
          <a:p>
            <a:endParaRPr lang="es-UY" sz="2400" dirty="0"/>
          </a:p>
          <a:p>
            <a:r>
              <a:rPr lang="es-UY" sz="2400" b="1" dirty="0" err="1">
                <a:latin typeface="Bahnschrift SemiLight"/>
              </a:rPr>
              <a:t>Inorden</a:t>
            </a:r>
            <a:r>
              <a:rPr lang="es-UY" sz="2400" b="1" dirty="0">
                <a:latin typeface="Bahnschrift SemiLight"/>
              </a:rPr>
              <a:t> </a:t>
            </a:r>
            <a:r>
              <a:rPr lang="es-UY" sz="2400" dirty="0">
                <a:latin typeface="Bahnschrift SemiLight"/>
              </a:rPr>
              <a:t>: Nodos de A1 en </a:t>
            </a:r>
            <a:r>
              <a:rPr lang="es-UY" sz="2400" dirty="0" err="1">
                <a:latin typeface="Bahnschrift SemiLight"/>
              </a:rPr>
              <a:t>inorden</a:t>
            </a:r>
            <a:r>
              <a:rPr lang="es-UY" sz="2400" dirty="0">
                <a:latin typeface="Bahnschrift SemiLight"/>
              </a:rPr>
              <a:t>, luego la raíz, luego los nodos de los restantes subárboles en </a:t>
            </a:r>
            <a:r>
              <a:rPr lang="es-UY" sz="2400" dirty="0" err="1">
                <a:latin typeface="Bahnschrift SemiLight"/>
              </a:rPr>
              <a:t>inorden</a:t>
            </a:r>
            <a:r>
              <a:rPr lang="es-UY" sz="2400" dirty="0">
                <a:latin typeface="Bahnschrift SemiLight"/>
              </a:rPr>
              <a:t>.</a:t>
            </a:r>
          </a:p>
          <a:p>
            <a:endParaRPr lang="es-UY" sz="2400" dirty="0">
              <a:latin typeface="Bahnschrift SemiLight"/>
            </a:endParaRPr>
          </a:p>
          <a:p>
            <a:r>
              <a:rPr lang="es-UY" sz="2400" b="1" dirty="0" err="1">
                <a:latin typeface="Bahnschrift SemiLight"/>
              </a:rPr>
              <a:t>Postorden</a:t>
            </a:r>
            <a:r>
              <a:rPr lang="es-UY" sz="2400" dirty="0">
                <a:latin typeface="Bahnschrift SemiLight"/>
              </a:rPr>
              <a:t>: Nodos de A1 en </a:t>
            </a:r>
            <a:r>
              <a:rPr lang="es-UY" sz="2400" dirty="0" err="1">
                <a:latin typeface="Bahnschrift SemiLight"/>
              </a:rPr>
              <a:t>postorden</a:t>
            </a:r>
            <a:r>
              <a:rPr lang="es-UY" sz="2400" dirty="0">
                <a:latin typeface="Bahnschrift SemiLight"/>
              </a:rPr>
              <a:t>, luego los de A2 en </a:t>
            </a:r>
            <a:r>
              <a:rPr lang="es-UY" sz="2400" dirty="0" err="1">
                <a:latin typeface="Bahnschrift SemiLight"/>
              </a:rPr>
              <a:t>postorden</a:t>
            </a:r>
            <a:r>
              <a:rPr lang="es-UY" sz="2400" dirty="0">
                <a:latin typeface="Bahnschrift SemiLight"/>
              </a:rPr>
              <a:t>, hasta el final, y luego la raíz.</a:t>
            </a:r>
          </a:p>
          <a:p>
            <a:endParaRPr lang="es-UY" sz="2400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0DBD4995-0BE9-20AE-FC59-28877B8C6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s-ES" b="1">
                <a:latin typeface="Bahnschrift Light"/>
              </a:rPr>
              <a:t>Recorridos de Arboles genéricos</a:t>
            </a:r>
          </a:p>
          <a:p>
            <a:endParaRPr lang="es-ES" sz="4800" b="1" dirty="0">
              <a:latin typeface="Bahnschrift Light"/>
            </a:endParaRPr>
          </a:p>
        </p:txBody>
      </p:sp>
    </p:spTree>
    <p:extLst>
      <p:ext uri="{BB962C8B-B14F-4D97-AF65-F5344CB8AC3E}">
        <p14:creationId xmlns:p14="http://schemas.microsoft.com/office/powerpoint/2010/main" val="3515082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AE445-B62C-BE5B-C217-C22BA0184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6F7A5A9-184C-3B38-81E3-FB4190B2B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037" y="1616744"/>
            <a:ext cx="4833937" cy="2253414"/>
          </a:xfrm>
        </p:spPr>
        <p:txBody>
          <a:bodyPr lIns="91440" tIns="45720" rIns="91440" bIns="45720" anchor="t"/>
          <a:lstStyle/>
          <a:p>
            <a:r>
              <a:rPr lang="es-UY" sz="2400" dirty="0">
                <a:latin typeface="Bahnschrift"/>
              </a:rPr>
              <a:t>En un recorrido en </a:t>
            </a:r>
            <a:r>
              <a:rPr lang="es-UY" sz="2400" dirty="0" err="1">
                <a:latin typeface="Bahnschrift"/>
              </a:rPr>
              <a:t>preorden</a:t>
            </a:r>
            <a:r>
              <a:rPr lang="es-UY" sz="2400" dirty="0">
                <a:latin typeface="Bahnschrift"/>
              </a:rPr>
              <a:t>, un nodo es visitado antes que sus descendientes.</a:t>
            </a:r>
          </a:p>
          <a:p>
            <a:r>
              <a:rPr lang="es-UY" sz="2400" dirty="0">
                <a:latin typeface="Bahnschrift"/>
              </a:rPr>
              <a:t>Aplicación: imprimir un </a:t>
            </a:r>
            <a:r>
              <a:rPr lang="es-UY" sz="2400">
                <a:latin typeface="Bahnschrift"/>
              </a:rPr>
              <a:t>documento estructurado</a:t>
            </a:r>
            <a:endParaRPr lang="es-UY" sz="2400" dirty="0">
              <a:latin typeface="Bahnschrift"/>
            </a:endParaRPr>
          </a:p>
          <a:p>
            <a:endParaRPr lang="es-UY" sz="2400" dirty="0">
              <a:latin typeface="Bahnschrift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C2B90CD5-C2A8-D569-D6DB-802AC537C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s-ES" b="1" dirty="0">
                <a:latin typeface="Bahnschrift Light"/>
              </a:rPr>
              <a:t>Recorrida en </a:t>
            </a:r>
            <a:r>
              <a:rPr lang="es-ES" b="1" dirty="0" err="1">
                <a:latin typeface="Bahnschrift Light"/>
              </a:rPr>
              <a:t>Preorden</a:t>
            </a:r>
            <a:endParaRPr lang="es-ES" b="1" dirty="0">
              <a:latin typeface="Bahnschrift Light"/>
            </a:endParaRPr>
          </a:p>
          <a:p>
            <a:endParaRPr lang="es-ES" sz="4800" b="1" dirty="0">
              <a:latin typeface="Bahnschrift Light"/>
            </a:endParaRPr>
          </a:p>
        </p:txBody>
      </p:sp>
      <p:sp>
        <p:nvSpPr>
          <p:cNvPr id="6" name="Google Shape;221;p9">
            <a:extLst>
              <a:ext uri="{FF2B5EF4-FFF2-40B4-BE49-F238E27FC236}">
                <a16:creationId xmlns:a16="http://schemas.microsoft.com/office/drawing/2014/main" id="{56150584-FC32-80E0-CBF8-6EDC2F086665}"/>
              </a:ext>
            </a:extLst>
          </p:cNvPr>
          <p:cNvSpPr txBox="1"/>
          <p:nvPr/>
        </p:nvSpPr>
        <p:spPr>
          <a:xfrm>
            <a:off x="6381750" y="1695450"/>
            <a:ext cx="4381500" cy="161424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 dirty="0" err="1">
                <a:solidFill>
                  <a:srgbClr val="000000"/>
                </a:solidFill>
                <a:latin typeface="Consolas"/>
                <a:ea typeface="Times New Roman"/>
                <a:cs typeface="Times New Roman"/>
                <a:sym typeface="Times New Roman"/>
              </a:rPr>
              <a:t>Algoritmo</a:t>
            </a:r>
            <a:r>
              <a:rPr lang="en-US" sz="2400" b="0" dirty="0">
                <a:solidFill>
                  <a:schemeClr val="dk1"/>
                </a:solidFill>
                <a:latin typeface="Consolas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1" dirty="0" err="1">
                <a:solidFill>
                  <a:schemeClr val="dk2"/>
                </a:solidFill>
                <a:latin typeface="Consolas"/>
                <a:ea typeface="Times New Roman"/>
                <a:cs typeface="Times New Roman"/>
                <a:sym typeface="Times New Roman"/>
              </a:rPr>
              <a:t>preOrden</a:t>
            </a:r>
            <a:r>
              <a:rPr lang="en-US" sz="2400" b="0" dirty="0">
                <a:solidFill>
                  <a:schemeClr val="dk2"/>
                </a:solidFill>
                <a:latin typeface="Consolas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dirty="0">
                <a:solidFill>
                  <a:schemeClr val="dk2"/>
                </a:solidFill>
                <a:latin typeface="Consolas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dirty="0">
                <a:solidFill>
                  <a:schemeClr val="dk2"/>
                </a:solidFill>
                <a:latin typeface="Consolas"/>
                <a:ea typeface="Times New Roman"/>
                <a:cs typeface="Times New Roman"/>
                <a:sym typeface="Times New Roman"/>
              </a:rPr>
              <a:t>)</a:t>
            </a:r>
            <a:endParaRPr lang="en-US" sz="2400" b="0">
              <a:solidFill>
                <a:schemeClr val="dk2"/>
              </a:solidFill>
              <a:latin typeface="Consolas"/>
              <a:ea typeface="Times New Roman"/>
              <a:cs typeface="Times New Roman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1" u="none" strike="noStrike" cap="none" dirty="0" err="1">
                <a:solidFill>
                  <a:schemeClr val="accent2"/>
                </a:solidFill>
                <a:latin typeface="Consolas"/>
                <a:ea typeface="Times New Roman"/>
                <a:cs typeface="Times New Roman"/>
                <a:sym typeface="Times New Roman"/>
              </a:rPr>
              <a:t>visitar</a:t>
            </a:r>
            <a:r>
              <a:rPr lang="en-US" sz="2400" b="0" i="0" u="none" strike="noStrike" cap="none" dirty="0">
                <a:solidFill>
                  <a:schemeClr val="accent2"/>
                </a:solidFill>
                <a:latin typeface="Consolas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 dirty="0">
                <a:solidFill>
                  <a:schemeClr val="accent2"/>
                </a:solidFill>
                <a:latin typeface="Consolas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 dirty="0">
                <a:solidFill>
                  <a:schemeClr val="accent2"/>
                </a:solidFill>
                <a:latin typeface="Consolas"/>
                <a:ea typeface="Times New Roman"/>
                <a:cs typeface="Times New Roman"/>
                <a:sym typeface="Times New Roman"/>
              </a:rPr>
              <a:t>)</a:t>
            </a:r>
            <a:endParaRPr sz="2400" b="1" i="1" u="none" strike="noStrike" cap="none">
              <a:solidFill>
                <a:schemeClr val="accent2"/>
              </a:solidFill>
              <a:latin typeface="Consolas"/>
              <a:ea typeface="Times New Roman"/>
              <a:cs typeface="Times New Roman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  <a:sym typeface="Times New Roman"/>
              </a:rPr>
              <a:t>Para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Consolas"/>
                <a:ea typeface="Times New Roman"/>
                <a:cs typeface="Times New Roman"/>
                <a:sym typeface="Times New Roman"/>
              </a:rPr>
              <a:t>cada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Consolas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accent2"/>
                </a:solidFill>
                <a:latin typeface="Consolas"/>
                <a:ea typeface="Times New Roman"/>
                <a:cs typeface="Times New Roman"/>
                <a:sym typeface="Times New Roman"/>
              </a:rPr>
              <a:t>hijo</a:t>
            </a:r>
            <a:r>
              <a:rPr lang="en-US" sz="2400" b="0" i="0" u="none" strike="noStrike" cap="none" dirty="0">
                <a:solidFill>
                  <a:schemeClr val="accent2"/>
                </a:solidFill>
                <a:latin typeface="Consolas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1" u="none" strike="noStrike" cap="none" dirty="0">
                <a:solidFill>
                  <a:schemeClr val="accent2"/>
                </a:solidFill>
                <a:latin typeface="Consolas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2400" b="0" i="0" u="none" strike="noStrike" cap="none" dirty="0">
                <a:solidFill>
                  <a:schemeClr val="accent2"/>
                </a:solidFill>
                <a:latin typeface="Consolas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400" b="1" i="1" u="none" strike="noStrike" cap="none" dirty="0">
                <a:solidFill>
                  <a:schemeClr val="accent2"/>
                </a:solidFill>
                <a:latin typeface="Consolas"/>
                <a:ea typeface="Times New Roman"/>
                <a:cs typeface="Times New Roman"/>
                <a:sym typeface="Times New Roman"/>
              </a:rPr>
              <a:t>v</a:t>
            </a:r>
            <a:endParaRPr>
              <a:solidFill>
                <a:schemeClr val="accent2"/>
              </a:solidFill>
              <a:latin typeface="Consolas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1" u="none" strike="noStrike" cap="none" dirty="0">
                <a:solidFill>
                  <a:schemeClr val="accent2"/>
                </a:solidFill>
                <a:latin typeface="Consolas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1" i="1" u="none" strike="noStrike" cap="none" dirty="0" err="1">
                <a:solidFill>
                  <a:schemeClr val="accent2"/>
                </a:solidFill>
                <a:latin typeface="Consolas"/>
                <a:ea typeface="Times New Roman"/>
                <a:cs typeface="Times New Roman"/>
                <a:sym typeface="Times New Roman"/>
              </a:rPr>
              <a:t>preorden</a:t>
            </a:r>
            <a:r>
              <a:rPr lang="en-US" sz="2400" b="0" i="0" u="none" strike="noStrike" cap="none" dirty="0">
                <a:solidFill>
                  <a:schemeClr val="accent2"/>
                </a:solidFill>
                <a:latin typeface="Consolas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400" b="1" i="1" u="none" strike="noStrike" cap="none" dirty="0">
                <a:solidFill>
                  <a:schemeClr val="accent2"/>
                </a:solidFill>
                <a:latin typeface="Consolas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2400" b="0" i="0" u="none" strike="noStrike" cap="none" dirty="0">
                <a:solidFill>
                  <a:schemeClr val="accent2"/>
                </a:solidFill>
                <a:latin typeface="Consolas"/>
                <a:ea typeface="Times New Roman"/>
                <a:cs typeface="Times New Roman"/>
                <a:sym typeface="Times New Roman"/>
              </a:rPr>
              <a:t>)</a:t>
            </a:r>
            <a:endParaRPr>
              <a:solidFill>
                <a:schemeClr val="accent2"/>
              </a:solidFill>
              <a:latin typeface="Consolas"/>
            </a:endParaRPr>
          </a:p>
        </p:txBody>
      </p:sp>
      <p:sp>
        <p:nvSpPr>
          <p:cNvPr id="8" name="Google Shape;195;p9">
            <a:extLst>
              <a:ext uri="{FF2B5EF4-FFF2-40B4-BE49-F238E27FC236}">
                <a16:creationId xmlns:a16="http://schemas.microsoft.com/office/drawing/2014/main" id="{F96C94A5-26D4-49C1-4BA9-733C454D243C}"/>
              </a:ext>
            </a:extLst>
          </p:cNvPr>
          <p:cNvSpPr/>
          <p:nvPr/>
        </p:nvSpPr>
        <p:spPr>
          <a:xfrm>
            <a:off x="4676775" y="3590925"/>
            <a:ext cx="1854200" cy="382588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Bahnschrift"/>
                <a:ea typeface="Tahoma"/>
                <a:cs typeface="Tahoma"/>
                <a:sym typeface="Tahoma"/>
              </a:rPr>
              <a:t>Informe TDAArbol</a:t>
            </a:r>
            <a:endParaRPr>
              <a:latin typeface="Bahnschrift"/>
            </a:endParaRPr>
          </a:p>
        </p:txBody>
      </p:sp>
      <p:sp>
        <p:nvSpPr>
          <p:cNvPr id="9" name="Google Shape;196;p9">
            <a:extLst>
              <a:ext uri="{FF2B5EF4-FFF2-40B4-BE49-F238E27FC236}">
                <a16:creationId xmlns:a16="http://schemas.microsoft.com/office/drawing/2014/main" id="{B37BD585-5821-5532-6598-BF0EED2624F3}"/>
              </a:ext>
            </a:extLst>
          </p:cNvPr>
          <p:cNvSpPr/>
          <p:nvPr/>
        </p:nvSpPr>
        <p:spPr>
          <a:xfrm>
            <a:off x="1966913" y="4505325"/>
            <a:ext cx="1590675" cy="382588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Bahnschrift"/>
                <a:ea typeface="Tahoma"/>
                <a:cs typeface="Tahoma"/>
                <a:sym typeface="Tahoma"/>
              </a:rPr>
              <a:t>1. Introducción</a:t>
            </a:r>
            <a:endParaRPr>
              <a:latin typeface="Bahnschrift"/>
            </a:endParaRPr>
          </a:p>
        </p:txBody>
      </p:sp>
      <p:sp>
        <p:nvSpPr>
          <p:cNvPr id="10" name="Google Shape;197;p9">
            <a:extLst>
              <a:ext uri="{FF2B5EF4-FFF2-40B4-BE49-F238E27FC236}">
                <a16:creationId xmlns:a16="http://schemas.microsoft.com/office/drawing/2014/main" id="{548129C1-8C8F-6983-7F1C-B7009C28564D}"/>
              </a:ext>
            </a:extLst>
          </p:cNvPr>
          <p:cNvSpPr/>
          <p:nvPr/>
        </p:nvSpPr>
        <p:spPr>
          <a:xfrm>
            <a:off x="8486775" y="4523644"/>
            <a:ext cx="1131888" cy="374526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Bahnschrift"/>
                <a:ea typeface="Tahoma"/>
                <a:cs typeface="Tahoma"/>
                <a:sym typeface="Tahoma"/>
              </a:rPr>
              <a:t>Casos</a:t>
            </a:r>
            <a:endParaRPr sz="1600" b="0">
              <a:solidFill>
                <a:schemeClr val="dk1"/>
              </a:solidFill>
              <a:latin typeface="Bahnschrift"/>
              <a:ea typeface="Tahoma"/>
              <a:cs typeface="Tahoma"/>
              <a:sym typeface="Tahoma"/>
            </a:endParaRPr>
          </a:p>
        </p:txBody>
      </p:sp>
      <p:sp>
        <p:nvSpPr>
          <p:cNvPr id="11" name="Google Shape;198;p9">
            <a:extLst>
              <a:ext uri="{FF2B5EF4-FFF2-40B4-BE49-F238E27FC236}">
                <a16:creationId xmlns:a16="http://schemas.microsoft.com/office/drawing/2014/main" id="{0559835A-63EE-2D13-0DB4-FB85982289F5}"/>
              </a:ext>
            </a:extLst>
          </p:cNvPr>
          <p:cNvSpPr/>
          <p:nvPr/>
        </p:nvSpPr>
        <p:spPr>
          <a:xfrm>
            <a:off x="6080125" y="4505325"/>
            <a:ext cx="1223963" cy="382588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Bahnschrift"/>
                <a:ea typeface="Tahoma"/>
                <a:cs typeface="Tahoma"/>
                <a:sym typeface="Tahoma"/>
              </a:rPr>
              <a:t>2. Métodos</a:t>
            </a:r>
            <a:endParaRPr>
              <a:latin typeface="Bahnschrift"/>
            </a:endParaRPr>
          </a:p>
        </p:txBody>
      </p:sp>
      <p:sp>
        <p:nvSpPr>
          <p:cNvPr id="12" name="Google Shape;199;p9">
            <a:extLst>
              <a:ext uri="{FF2B5EF4-FFF2-40B4-BE49-F238E27FC236}">
                <a16:creationId xmlns:a16="http://schemas.microsoft.com/office/drawing/2014/main" id="{9902432B-50BD-EC85-3B07-D6D6D3E79480}"/>
              </a:ext>
            </a:extLst>
          </p:cNvPr>
          <p:cNvSpPr/>
          <p:nvPr/>
        </p:nvSpPr>
        <p:spPr>
          <a:xfrm>
            <a:off x="4497388" y="5411788"/>
            <a:ext cx="1284287" cy="382587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Bahnschrift"/>
                <a:ea typeface="Tahoma"/>
                <a:cs typeface="Tahoma"/>
                <a:sym typeface="Tahoma"/>
              </a:rPr>
              <a:t>2.1 Insertar</a:t>
            </a:r>
            <a:endParaRPr>
              <a:latin typeface="Bahnschrift"/>
            </a:endParaRPr>
          </a:p>
        </p:txBody>
      </p:sp>
      <p:sp>
        <p:nvSpPr>
          <p:cNvPr id="13" name="Google Shape;200;p9">
            <a:extLst>
              <a:ext uri="{FF2B5EF4-FFF2-40B4-BE49-F238E27FC236}">
                <a16:creationId xmlns:a16="http://schemas.microsoft.com/office/drawing/2014/main" id="{EBDC8F0A-6F98-8997-AA3D-23FE8CDDFF17}"/>
              </a:ext>
            </a:extLst>
          </p:cNvPr>
          <p:cNvSpPr/>
          <p:nvPr/>
        </p:nvSpPr>
        <p:spPr>
          <a:xfrm>
            <a:off x="5910263" y="5401531"/>
            <a:ext cx="1401762" cy="374526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Bahnschrift"/>
                <a:ea typeface="Tahoma"/>
                <a:cs typeface="Tahoma"/>
                <a:sym typeface="Tahoma"/>
              </a:rPr>
              <a:t>2.2 Buscar</a:t>
            </a:r>
            <a:endParaRPr>
              <a:latin typeface="Bahnschrift"/>
            </a:endParaRPr>
          </a:p>
        </p:txBody>
      </p:sp>
      <p:sp>
        <p:nvSpPr>
          <p:cNvPr id="14" name="Google Shape;201;p9">
            <a:extLst>
              <a:ext uri="{FF2B5EF4-FFF2-40B4-BE49-F238E27FC236}">
                <a16:creationId xmlns:a16="http://schemas.microsoft.com/office/drawing/2014/main" id="{A04CD959-5ADA-B816-FD16-5FB8EB0C5338}"/>
              </a:ext>
            </a:extLst>
          </p:cNvPr>
          <p:cNvSpPr/>
          <p:nvPr/>
        </p:nvSpPr>
        <p:spPr>
          <a:xfrm>
            <a:off x="1397000" y="5411788"/>
            <a:ext cx="1263650" cy="382587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Bahnschrift"/>
                <a:ea typeface="Tahoma"/>
                <a:cs typeface="Tahoma"/>
                <a:sym typeface="Tahoma"/>
              </a:rPr>
              <a:t>1.1 General</a:t>
            </a:r>
            <a:endParaRPr>
              <a:latin typeface="Bahnschrift"/>
            </a:endParaRPr>
          </a:p>
        </p:txBody>
      </p:sp>
      <p:sp>
        <p:nvSpPr>
          <p:cNvPr id="15" name="Google Shape;202;p9">
            <a:extLst>
              <a:ext uri="{FF2B5EF4-FFF2-40B4-BE49-F238E27FC236}">
                <a16:creationId xmlns:a16="http://schemas.microsoft.com/office/drawing/2014/main" id="{05E432BE-18CF-3EE6-76DD-449BA316C8EB}"/>
              </a:ext>
            </a:extLst>
          </p:cNvPr>
          <p:cNvSpPr/>
          <p:nvPr/>
        </p:nvSpPr>
        <p:spPr>
          <a:xfrm>
            <a:off x="2835275" y="5411788"/>
            <a:ext cx="1468438" cy="382587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Bahnschrift"/>
                <a:ea typeface="Tahoma"/>
                <a:cs typeface="Tahoma"/>
                <a:sym typeface="Tahoma"/>
              </a:rPr>
              <a:t>1.2 Aplicación</a:t>
            </a:r>
            <a:endParaRPr>
              <a:latin typeface="Bahnschrift"/>
            </a:endParaRPr>
          </a:p>
        </p:txBody>
      </p:sp>
      <p:cxnSp>
        <p:nvCxnSpPr>
          <p:cNvPr id="16" name="Google Shape;203;p9">
            <a:extLst>
              <a:ext uri="{FF2B5EF4-FFF2-40B4-BE49-F238E27FC236}">
                <a16:creationId xmlns:a16="http://schemas.microsoft.com/office/drawing/2014/main" id="{7658D92D-7C2B-2C2C-328E-E62965B1BCCC}"/>
              </a:ext>
            </a:extLst>
          </p:cNvPr>
          <p:cNvCxnSpPr>
            <a:cxnSpLocks/>
          </p:cNvCxnSpPr>
          <p:nvPr/>
        </p:nvCxnSpPr>
        <p:spPr>
          <a:xfrm flipH="1">
            <a:off x="2762275" y="3973513"/>
            <a:ext cx="2841600" cy="531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204;p9">
            <a:extLst>
              <a:ext uri="{FF2B5EF4-FFF2-40B4-BE49-F238E27FC236}">
                <a16:creationId xmlns:a16="http://schemas.microsoft.com/office/drawing/2014/main" id="{63F448B8-B784-9809-FA21-FF9505538C10}"/>
              </a:ext>
            </a:extLst>
          </p:cNvPr>
          <p:cNvCxnSpPr>
            <a:cxnSpLocks/>
          </p:cNvCxnSpPr>
          <p:nvPr/>
        </p:nvCxnSpPr>
        <p:spPr>
          <a:xfrm>
            <a:off x="5603875" y="3973513"/>
            <a:ext cx="1088100" cy="531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205;p9">
            <a:extLst>
              <a:ext uri="{FF2B5EF4-FFF2-40B4-BE49-F238E27FC236}">
                <a16:creationId xmlns:a16="http://schemas.microsoft.com/office/drawing/2014/main" id="{05E17F50-5B07-0360-17E6-8819DF575BCD}"/>
              </a:ext>
            </a:extLst>
          </p:cNvPr>
          <p:cNvCxnSpPr>
            <a:cxnSpLocks/>
          </p:cNvCxnSpPr>
          <p:nvPr/>
        </p:nvCxnSpPr>
        <p:spPr>
          <a:xfrm>
            <a:off x="5603875" y="3973513"/>
            <a:ext cx="3258300" cy="531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206;p9">
            <a:extLst>
              <a:ext uri="{FF2B5EF4-FFF2-40B4-BE49-F238E27FC236}">
                <a16:creationId xmlns:a16="http://schemas.microsoft.com/office/drawing/2014/main" id="{B9CDA2A3-ECB6-8AA7-842E-B5CB932F87E4}"/>
              </a:ext>
            </a:extLst>
          </p:cNvPr>
          <p:cNvCxnSpPr>
            <a:cxnSpLocks/>
          </p:cNvCxnSpPr>
          <p:nvPr/>
        </p:nvCxnSpPr>
        <p:spPr>
          <a:xfrm>
            <a:off x="6692107" y="4887913"/>
            <a:ext cx="4800" cy="523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207;p9">
            <a:extLst>
              <a:ext uri="{FF2B5EF4-FFF2-40B4-BE49-F238E27FC236}">
                <a16:creationId xmlns:a16="http://schemas.microsoft.com/office/drawing/2014/main" id="{E4B62FC6-3CF4-52F9-1F4D-17C7DCA62C26}"/>
              </a:ext>
            </a:extLst>
          </p:cNvPr>
          <p:cNvCxnSpPr>
            <a:cxnSpLocks/>
          </p:cNvCxnSpPr>
          <p:nvPr/>
        </p:nvCxnSpPr>
        <p:spPr>
          <a:xfrm flipH="1">
            <a:off x="5139607" y="4887913"/>
            <a:ext cx="1552500" cy="523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208;p9">
            <a:extLst>
              <a:ext uri="{FF2B5EF4-FFF2-40B4-BE49-F238E27FC236}">
                <a16:creationId xmlns:a16="http://schemas.microsoft.com/office/drawing/2014/main" id="{1B95976D-37BA-0E04-7D8E-641E17B67C8D}"/>
              </a:ext>
            </a:extLst>
          </p:cNvPr>
          <p:cNvCxnSpPr>
            <a:cxnSpLocks/>
          </p:cNvCxnSpPr>
          <p:nvPr/>
        </p:nvCxnSpPr>
        <p:spPr>
          <a:xfrm>
            <a:off x="2762251" y="4887913"/>
            <a:ext cx="807300" cy="523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209;p9">
            <a:extLst>
              <a:ext uri="{FF2B5EF4-FFF2-40B4-BE49-F238E27FC236}">
                <a16:creationId xmlns:a16="http://schemas.microsoft.com/office/drawing/2014/main" id="{EFBD5E4F-D3FE-134C-4E8A-6A33D685CB9C}"/>
              </a:ext>
            </a:extLst>
          </p:cNvPr>
          <p:cNvCxnSpPr>
            <a:cxnSpLocks/>
          </p:cNvCxnSpPr>
          <p:nvPr/>
        </p:nvCxnSpPr>
        <p:spPr>
          <a:xfrm flipH="1">
            <a:off x="2028751" y="4887913"/>
            <a:ext cx="733500" cy="523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210;p9">
            <a:extLst>
              <a:ext uri="{FF2B5EF4-FFF2-40B4-BE49-F238E27FC236}">
                <a16:creationId xmlns:a16="http://schemas.microsoft.com/office/drawing/2014/main" id="{B25B061F-7A46-A27A-A427-85F4AF9A60D2}"/>
              </a:ext>
            </a:extLst>
          </p:cNvPr>
          <p:cNvSpPr/>
          <p:nvPr/>
        </p:nvSpPr>
        <p:spPr>
          <a:xfrm>
            <a:off x="7496175" y="5409469"/>
            <a:ext cx="1522413" cy="374526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Bahnschrift"/>
                <a:ea typeface="Tahoma"/>
                <a:cs typeface="Tahoma"/>
                <a:sym typeface="Tahoma"/>
              </a:rPr>
              <a:t>2.3 Eliminar</a:t>
            </a:r>
            <a:endParaRPr>
              <a:latin typeface="Bahnschrift"/>
            </a:endParaRPr>
          </a:p>
        </p:txBody>
      </p:sp>
      <p:cxnSp>
        <p:nvCxnSpPr>
          <p:cNvPr id="24" name="Google Shape;211;p9">
            <a:extLst>
              <a:ext uri="{FF2B5EF4-FFF2-40B4-BE49-F238E27FC236}">
                <a16:creationId xmlns:a16="http://schemas.microsoft.com/office/drawing/2014/main" id="{DB0E99DF-39DC-C66B-6415-3583C74874CF}"/>
              </a:ext>
            </a:extLst>
          </p:cNvPr>
          <p:cNvCxnSpPr>
            <a:cxnSpLocks/>
          </p:cNvCxnSpPr>
          <p:nvPr/>
        </p:nvCxnSpPr>
        <p:spPr>
          <a:xfrm>
            <a:off x="6692107" y="4887913"/>
            <a:ext cx="1374900" cy="522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Google Shape;212;p9">
            <a:extLst>
              <a:ext uri="{FF2B5EF4-FFF2-40B4-BE49-F238E27FC236}">
                <a16:creationId xmlns:a16="http://schemas.microsoft.com/office/drawing/2014/main" id="{763A9E8F-7B9A-C8F1-09E7-FFCBCF9F0294}"/>
              </a:ext>
            </a:extLst>
          </p:cNvPr>
          <p:cNvSpPr txBox="1"/>
          <p:nvPr/>
        </p:nvSpPr>
        <p:spPr>
          <a:xfrm>
            <a:off x="4352925" y="3429000"/>
            <a:ext cx="322263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2"/>
                </a:solidFill>
                <a:latin typeface="Bahnschrift"/>
                <a:ea typeface="Tahoma"/>
                <a:cs typeface="Tahoma"/>
                <a:sym typeface="Tahoma"/>
              </a:rPr>
              <a:t>1</a:t>
            </a:r>
            <a:endParaRPr>
              <a:latin typeface="Bahnschrift"/>
            </a:endParaRPr>
          </a:p>
        </p:txBody>
      </p:sp>
      <p:sp>
        <p:nvSpPr>
          <p:cNvPr id="26" name="Google Shape;213;p9">
            <a:extLst>
              <a:ext uri="{FF2B5EF4-FFF2-40B4-BE49-F238E27FC236}">
                <a16:creationId xmlns:a16="http://schemas.microsoft.com/office/drawing/2014/main" id="{EAF91BEB-FA18-4653-E73F-7C416709C9F6}"/>
              </a:ext>
            </a:extLst>
          </p:cNvPr>
          <p:cNvSpPr txBox="1"/>
          <p:nvPr/>
        </p:nvSpPr>
        <p:spPr>
          <a:xfrm>
            <a:off x="2563813" y="4175125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2"/>
                </a:solidFill>
                <a:latin typeface="Bahnschrift"/>
                <a:ea typeface="Tahoma"/>
                <a:cs typeface="Tahoma"/>
                <a:sym typeface="Tahoma"/>
              </a:rPr>
              <a:t>2</a:t>
            </a:r>
            <a:endParaRPr>
              <a:latin typeface="Bahnschrift"/>
            </a:endParaRPr>
          </a:p>
        </p:txBody>
      </p:sp>
      <p:sp>
        <p:nvSpPr>
          <p:cNvPr id="27" name="Google Shape;214;p9">
            <a:extLst>
              <a:ext uri="{FF2B5EF4-FFF2-40B4-BE49-F238E27FC236}">
                <a16:creationId xmlns:a16="http://schemas.microsoft.com/office/drawing/2014/main" id="{C07603C9-7DB8-6B92-79F7-68DF7922706D}"/>
              </a:ext>
            </a:extLst>
          </p:cNvPr>
          <p:cNvSpPr txBox="1"/>
          <p:nvPr/>
        </p:nvSpPr>
        <p:spPr>
          <a:xfrm>
            <a:off x="1830388" y="5051425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2"/>
                </a:solidFill>
                <a:latin typeface="Bahnschrift"/>
                <a:ea typeface="Tahoma"/>
                <a:cs typeface="Tahoma"/>
                <a:sym typeface="Tahoma"/>
              </a:rPr>
              <a:t>3</a:t>
            </a:r>
            <a:endParaRPr>
              <a:latin typeface="Bahnschrift"/>
            </a:endParaRPr>
          </a:p>
        </p:txBody>
      </p:sp>
      <p:sp>
        <p:nvSpPr>
          <p:cNvPr id="28" name="Google Shape;215;p9">
            <a:extLst>
              <a:ext uri="{FF2B5EF4-FFF2-40B4-BE49-F238E27FC236}">
                <a16:creationId xmlns:a16="http://schemas.microsoft.com/office/drawing/2014/main" id="{F4492246-47E4-8C30-2F9B-5E20C2CC1EFB}"/>
              </a:ext>
            </a:extLst>
          </p:cNvPr>
          <p:cNvSpPr txBox="1"/>
          <p:nvPr/>
        </p:nvSpPr>
        <p:spPr>
          <a:xfrm>
            <a:off x="5830888" y="4241800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2"/>
                </a:solidFill>
                <a:latin typeface="Bahnschrift"/>
                <a:ea typeface="Tahoma"/>
                <a:cs typeface="Tahoma"/>
                <a:sym typeface="Tahoma"/>
              </a:rPr>
              <a:t>5</a:t>
            </a:r>
            <a:endParaRPr>
              <a:latin typeface="Bahnschrift"/>
            </a:endParaRPr>
          </a:p>
        </p:txBody>
      </p:sp>
      <p:sp>
        <p:nvSpPr>
          <p:cNvPr id="29" name="Google Shape;216;p9">
            <a:extLst>
              <a:ext uri="{FF2B5EF4-FFF2-40B4-BE49-F238E27FC236}">
                <a16:creationId xmlns:a16="http://schemas.microsoft.com/office/drawing/2014/main" id="{3CE3A49F-7711-BB27-1F62-224213207294}"/>
              </a:ext>
            </a:extLst>
          </p:cNvPr>
          <p:cNvSpPr txBox="1"/>
          <p:nvPr/>
        </p:nvSpPr>
        <p:spPr>
          <a:xfrm>
            <a:off x="3430588" y="5051425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2"/>
                </a:solidFill>
                <a:latin typeface="Bahnschrift"/>
                <a:ea typeface="Tahoma"/>
                <a:cs typeface="Tahoma"/>
                <a:sym typeface="Tahoma"/>
              </a:rPr>
              <a:t>4</a:t>
            </a:r>
            <a:endParaRPr>
              <a:latin typeface="Bahnschrift"/>
            </a:endParaRPr>
          </a:p>
        </p:txBody>
      </p:sp>
      <p:sp>
        <p:nvSpPr>
          <p:cNvPr id="30" name="Google Shape;217;p9">
            <a:extLst>
              <a:ext uri="{FF2B5EF4-FFF2-40B4-BE49-F238E27FC236}">
                <a16:creationId xmlns:a16="http://schemas.microsoft.com/office/drawing/2014/main" id="{F45A64A8-68A2-EA96-3BAE-9C2DB9F6F2EC}"/>
              </a:ext>
            </a:extLst>
          </p:cNvPr>
          <p:cNvSpPr txBox="1"/>
          <p:nvPr/>
        </p:nvSpPr>
        <p:spPr>
          <a:xfrm>
            <a:off x="4516438" y="5003800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2"/>
                </a:solidFill>
                <a:latin typeface="Bahnschrift"/>
                <a:ea typeface="Tahoma"/>
                <a:cs typeface="Tahoma"/>
                <a:sym typeface="Tahoma"/>
              </a:rPr>
              <a:t>6</a:t>
            </a:r>
            <a:endParaRPr>
              <a:latin typeface="Bahnschrift"/>
            </a:endParaRPr>
          </a:p>
        </p:txBody>
      </p:sp>
      <p:sp>
        <p:nvSpPr>
          <p:cNvPr id="31" name="Google Shape;218;p9">
            <a:extLst>
              <a:ext uri="{FF2B5EF4-FFF2-40B4-BE49-F238E27FC236}">
                <a16:creationId xmlns:a16="http://schemas.microsoft.com/office/drawing/2014/main" id="{50B6C847-9DFA-BCF9-2183-BEFC37BB8F63}"/>
              </a:ext>
            </a:extLst>
          </p:cNvPr>
          <p:cNvSpPr txBox="1"/>
          <p:nvPr/>
        </p:nvSpPr>
        <p:spPr>
          <a:xfrm>
            <a:off x="6354763" y="5013325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2"/>
                </a:solidFill>
                <a:latin typeface="Bahnschrift"/>
                <a:ea typeface="Tahoma"/>
                <a:cs typeface="Tahoma"/>
                <a:sym typeface="Tahoma"/>
              </a:rPr>
              <a:t>7</a:t>
            </a:r>
            <a:endParaRPr>
              <a:latin typeface="Bahnschrift"/>
            </a:endParaRPr>
          </a:p>
        </p:txBody>
      </p:sp>
      <p:sp>
        <p:nvSpPr>
          <p:cNvPr id="32" name="Google Shape;219;p9">
            <a:extLst>
              <a:ext uri="{FF2B5EF4-FFF2-40B4-BE49-F238E27FC236}">
                <a16:creationId xmlns:a16="http://schemas.microsoft.com/office/drawing/2014/main" id="{9FC189B6-4319-41CB-B304-68CA20643401}"/>
              </a:ext>
            </a:extLst>
          </p:cNvPr>
          <p:cNvSpPr txBox="1"/>
          <p:nvPr/>
        </p:nvSpPr>
        <p:spPr>
          <a:xfrm>
            <a:off x="7935913" y="5013325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2"/>
                </a:solidFill>
                <a:latin typeface="Bahnschrift"/>
                <a:ea typeface="Tahoma"/>
                <a:cs typeface="Tahoma"/>
                <a:sym typeface="Tahoma"/>
              </a:rPr>
              <a:t>8</a:t>
            </a:r>
            <a:endParaRPr>
              <a:latin typeface="Bahnschrift"/>
            </a:endParaRPr>
          </a:p>
        </p:txBody>
      </p:sp>
      <p:sp>
        <p:nvSpPr>
          <p:cNvPr id="33" name="Google Shape;220;p9">
            <a:extLst>
              <a:ext uri="{FF2B5EF4-FFF2-40B4-BE49-F238E27FC236}">
                <a16:creationId xmlns:a16="http://schemas.microsoft.com/office/drawing/2014/main" id="{AB1D57BA-3848-4A5D-6474-F5AE8B96EBD1}"/>
              </a:ext>
            </a:extLst>
          </p:cNvPr>
          <p:cNvSpPr txBox="1"/>
          <p:nvPr/>
        </p:nvSpPr>
        <p:spPr>
          <a:xfrm>
            <a:off x="8736013" y="4175125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2"/>
                </a:solidFill>
                <a:latin typeface="Bahnschrift"/>
                <a:ea typeface="Tahoma"/>
                <a:cs typeface="Tahoma"/>
                <a:sym typeface="Tahoma"/>
              </a:rPr>
              <a:t>9</a:t>
            </a:r>
            <a:endParaRPr>
              <a:latin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2317159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9B02F-65E5-4A29-BA9F-8A4D866D6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965C63-0AA0-DC60-CA91-418160C77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037" y="1616744"/>
            <a:ext cx="4833937" cy="2253414"/>
          </a:xfrm>
        </p:spPr>
        <p:txBody>
          <a:bodyPr lIns="91440" tIns="45720" rIns="91440" bIns="45720" anchor="t"/>
          <a:lstStyle/>
          <a:p>
            <a:r>
              <a:rPr lang="es-UY" sz="2400" dirty="0">
                <a:latin typeface="Bahnschrift"/>
              </a:rPr>
              <a:t>En un recorrido en </a:t>
            </a:r>
            <a:r>
              <a:rPr lang="es-UY" sz="2400" dirty="0" err="1">
                <a:latin typeface="Bahnschrift"/>
              </a:rPr>
              <a:t>postorden</a:t>
            </a:r>
            <a:r>
              <a:rPr lang="es-UY" sz="2400" dirty="0">
                <a:latin typeface="Bahnschrift"/>
              </a:rPr>
              <a:t>, un nodo es visitado después de sus descendientes</a:t>
            </a:r>
          </a:p>
          <a:p>
            <a:r>
              <a:rPr lang="es-UY" sz="2400" dirty="0">
                <a:latin typeface="Bahnschrift"/>
              </a:rPr>
              <a:t>Aplicación: calcular el espacio usado por archivos en </a:t>
            </a:r>
            <a:r>
              <a:rPr lang="es-UY" sz="2400">
                <a:latin typeface="Bahnschrift"/>
              </a:rPr>
              <a:t>un directorio y sus subdirectorios</a:t>
            </a:r>
          </a:p>
          <a:p>
            <a:endParaRPr lang="es-UY" sz="2400" dirty="0">
              <a:latin typeface="Bahnschrift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D6EFDB0A-867A-FEC3-2037-151E64B47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s-ES" b="1" dirty="0">
                <a:latin typeface="Bahnschrift Light"/>
              </a:rPr>
              <a:t>Recorrida en </a:t>
            </a:r>
            <a:r>
              <a:rPr lang="es-ES" b="1" dirty="0" err="1">
                <a:latin typeface="Bahnschrift Light"/>
              </a:rPr>
              <a:t>Postorden</a:t>
            </a:r>
            <a:endParaRPr lang="es-ES" b="1" dirty="0">
              <a:latin typeface="Bahnschrift Light"/>
            </a:endParaRPr>
          </a:p>
        </p:txBody>
      </p:sp>
      <p:sp>
        <p:nvSpPr>
          <p:cNvPr id="2" name="Google Shape;231;p10">
            <a:extLst>
              <a:ext uri="{FF2B5EF4-FFF2-40B4-BE49-F238E27FC236}">
                <a16:creationId xmlns:a16="http://schemas.microsoft.com/office/drawing/2014/main" id="{222538FB-501E-DC1A-7FD7-77C1FC39DA58}"/>
              </a:ext>
            </a:extLst>
          </p:cNvPr>
          <p:cNvSpPr txBox="1"/>
          <p:nvPr/>
        </p:nvSpPr>
        <p:spPr>
          <a:xfrm>
            <a:off x="6743700" y="1695450"/>
            <a:ext cx="4686300" cy="161424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 dirty="0" err="1">
                <a:solidFill>
                  <a:srgbClr val="000000"/>
                </a:solidFill>
                <a:latin typeface="Consolas"/>
                <a:ea typeface="Times New Roman"/>
                <a:cs typeface="Times New Roman"/>
                <a:sym typeface="Times New Roman"/>
              </a:rPr>
              <a:t>Algoritmo</a:t>
            </a:r>
            <a:r>
              <a:rPr lang="en-US" sz="2400" b="0" dirty="0">
                <a:solidFill>
                  <a:schemeClr val="dk1"/>
                </a:solidFill>
                <a:latin typeface="Consolas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1" dirty="0" err="1">
                <a:solidFill>
                  <a:schemeClr val="dk2"/>
                </a:solidFill>
                <a:latin typeface="Consolas"/>
                <a:ea typeface="Times New Roman"/>
                <a:cs typeface="Times New Roman"/>
                <a:sym typeface="Times New Roman"/>
              </a:rPr>
              <a:t>postOrden</a:t>
            </a:r>
            <a:r>
              <a:rPr lang="en-US" sz="2400" b="0" dirty="0">
                <a:solidFill>
                  <a:schemeClr val="dk2"/>
                </a:solidFill>
                <a:latin typeface="Consolas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dirty="0">
                <a:solidFill>
                  <a:schemeClr val="dk2"/>
                </a:solidFill>
                <a:latin typeface="Consolas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dirty="0">
                <a:solidFill>
                  <a:schemeClr val="dk2"/>
                </a:solidFill>
                <a:latin typeface="Consolas"/>
                <a:ea typeface="Times New Roman"/>
                <a:cs typeface="Times New Roman"/>
                <a:sym typeface="Times New Roman"/>
              </a:rPr>
              <a:t>)</a:t>
            </a:r>
            <a:endParaRPr lang="en-US" dirty="0">
              <a:solidFill>
                <a:schemeClr val="dk2"/>
              </a:solidFill>
              <a:latin typeface="Consolas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  <a:sym typeface="Times New Roman"/>
              </a:rPr>
              <a:t>Para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Consolas"/>
                <a:ea typeface="Times New Roman"/>
                <a:cs typeface="Times New Roman"/>
                <a:sym typeface="Times New Roman"/>
              </a:rPr>
              <a:t>cada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accent2"/>
                </a:solidFill>
                <a:latin typeface="Consolas"/>
                <a:ea typeface="Times New Roman"/>
                <a:cs typeface="Times New Roman"/>
                <a:sym typeface="Times New Roman"/>
              </a:rPr>
              <a:t>hijo</a:t>
            </a:r>
            <a:r>
              <a:rPr lang="en-US" sz="2400" b="0" i="0" u="none" strike="noStrike" cap="none" dirty="0">
                <a:solidFill>
                  <a:schemeClr val="accent2"/>
                </a:solidFill>
                <a:latin typeface="Consolas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400" b="1" i="1" u="none" strike="noStrike" cap="none" dirty="0">
                <a:solidFill>
                  <a:schemeClr val="accent2"/>
                </a:solidFill>
                <a:latin typeface="Consolas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2400" b="0" i="0" u="none" strike="noStrike" cap="none" dirty="0">
                <a:solidFill>
                  <a:schemeClr val="accent2"/>
                </a:solidFill>
                <a:latin typeface="Consolas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400" b="1" i="1" u="none" strike="noStrike" cap="none" dirty="0">
                <a:solidFill>
                  <a:schemeClr val="accent2"/>
                </a:solidFill>
                <a:latin typeface="Consolas"/>
                <a:ea typeface="Times New Roman"/>
                <a:cs typeface="Times New Roman"/>
                <a:sym typeface="Times New Roman"/>
              </a:rPr>
              <a:t>v</a:t>
            </a:r>
            <a:endParaRPr dirty="0">
              <a:solidFill>
                <a:schemeClr val="accent2"/>
              </a:solidFill>
              <a:latin typeface="Consolas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1" u="none" strike="noStrike" cap="none" dirty="0">
                <a:solidFill>
                  <a:schemeClr val="accent2"/>
                </a:solidFill>
                <a:latin typeface="Consolas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1" i="1" u="none" strike="noStrike" cap="none" dirty="0" err="1">
                <a:solidFill>
                  <a:schemeClr val="accent2"/>
                </a:solidFill>
                <a:latin typeface="Consolas"/>
                <a:ea typeface="Times New Roman"/>
                <a:cs typeface="Times New Roman"/>
                <a:sym typeface="Times New Roman"/>
              </a:rPr>
              <a:t>postOrden</a:t>
            </a:r>
            <a:r>
              <a:rPr lang="en-US" sz="2400" b="0" i="0" u="none" strike="noStrike" cap="none" dirty="0">
                <a:solidFill>
                  <a:schemeClr val="accent2"/>
                </a:solidFill>
                <a:latin typeface="Consolas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400" b="1" i="1" u="none" strike="noStrike" cap="none" dirty="0">
                <a:solidFill>
                  <a:schemeClr val="accent2"/>
                </a:solidFill>
                <a:latin typeface="Consolas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2400" b="0" i="0" u="none" strike="noStrike" cap="none" dirty="0">
                <a:solidFill>
                  <a:schemeClr val="accent2"/>
                </a:solidFill>
                <a:latin typeface="Consolas"/>
                <a:ea typeface="Times New Roman"/>
                <a:cs typeface="Times New Roman"/>
                <a:sym typeface="Times New Roman"/>
              </a:rPr>
              <a:t>)</a:t>
            </a:r>
            <a:endParaRPr sz="2400" b="0" i="0" u="none" strike="noStrike" cap="none" dirty="0">
              <a:solidFill>
                <a:schemeClr val="accent2"/>
              </a:solidFill>
              <a:latin typeface="Consolas"/>
              <a:ea typeface="Times New Roman"/>
              <a:cs typeface="Times New Roman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1" u="none" strike="noStrike" cap="none" dirty="0" err="1">
                <a:solidFill>
                  <a:schemeClr val="accent2"/>
                </a:solidFill>
                <a:latin typeface="Consolas"/>
                <a:ea typeface="Times New Roman"/>
                <a:cs typeface="Times New Roman"/>
                <a:sym typeface="Times New Roman"/>
              </a:rPr>
              <a:t>visitar</a:t>
            </a:r>
            <a:r>
              <a:rPr lang="en-US" sz="2400" b="0" i="0" u="none" strike="noStrike" cap="none" dirty="0">
                <a:solidFill>
                  <a:schemeClr val="accent2"/>
                </a:solidFill>
                <a:latin typeface="Consolas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 dirty="0">
                <a:solidFill>
                  <a:schemeClr val="accent2"/>
                </a:solidFill>
                <a:latin typeface="Consolas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 dirty="0">
                <a:solidFill>
                  <a:schemeClr val="accent2"/>
                </a:solidFill>
                <a:latin typeface="Consolas"/>
                <a:ea typeface="Times New Roman"/>
                <a:cs typeface="Times New Roman"/>
                <a:sym typeface="Times New Roman"/>
              </a:rPr>
              <a:t>)</a:t>
            </a:r>
            <a:endParaRPr dirty="0">
              <a:solidFill>
                <a:schemeClr val="accent2"/>
              </a:solidFill>
              <a:latin typeface="Consolas"/>
            </a:endParaRPr>
          </a:p>
        </p:txBody>
      </p:sp>
      <p:sp>
        <p:nvSpPr>
          <p:cNvPr id="57" name="Google Shape;232;p10">
            <a:extLst>
              <a:ext uri="{FF2B5EF4-FFF2-40B4-BE49-F238E27FC236}">
                <a16:creationId xmlns:a16="http://schemas.microsoft.com/office/drawing/2014/main" id="{7B4405EB-F095-1646-92F5-E1B693E18514}"/>
              </a:ext>
            </a:extLst>
          </p:cNvPr>
          <p:cNvSpPr/>
          <p:nvPr/>
        </p:nvSpPr>
        <p:spPr>
          <a:xfrm>
            <a:off x="6548491" y="3594933"/>
            <a:ext cx="738083" cy="374571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Bahnschrift"/>
                <a:ea typeface="Tahoma"/>
                <a:cs typeface="Tahoma"/>
                <a:sym typeface="Tahoma"/>
              </a:rPr>
              <a:t>aed2/</a:t>
            </a:r>
            <a:endParaRPr>
              <a:latin typeface="Bahnschrift"/>
            </a:endParaRPr>
          </a:p>
        </p:txBody>
      </p:sp>
      <p:sp>
        <p:nvSpPr>
          <p:cNvPr id="58" name="Google Shape;233;p10">
            <a:extLst>
              <a:ext uri="{FF2B5EF4-FFF2-40B4-BE49-F238E27FC236}">
                <a16:creationId xmlns:a16="http://schemas.microsoft.com/office/drawing/2014/main" id="{F2976E7E-CD31-553A-C79B-C2B01EFB1D50}"/>
              </a:ext>
            </a:extLst>
          </p:cNvPr>
          <p:cNvSpPr/>
          <p:nvPr/>
        </p:nvSpPr>
        <p:spPr>
          <a:xfrm>
            <a:off x="3560763" y="4514119"/>
            <a:ext cx="1262062" cy="374526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Bahnschrift"/>
                <a:ea typeface="Tahoma"/>
                <a:cs typeface="Tahoma"/>
                <a:sym typeface="Tahoma"/>
              </a:rPr>
              <a:t>trabajos/</a:t>
            </a:r>
            <a:endParaRPr>
              <a:latin typeface="Bahnschrift"/>
            </a:endParaRPr>
          </a:p>
        </p:txBody>
      </p:sp>
      <p:sp>
        <p:nvSpPr>
          <p:cNvPr id="59" name="Google Shape;234;p10">
            <a:extLst>
              <a:ext uri="{FF2B5EF4-FFF2-40B4-BE49-F238E27FC236}">
                <a16:creationId xmlns:a16="http://schemas.microsoft.com/office/drawing/2014/main" id="{2B18860C-168A-0138-67AF-D994FCC53009}"/>
              </a:ext>
            </a:extLst>
          </p:cNvPr>
          <p:cNvSpPr/>
          <p:nvPr/>
        </p:nvSpPr>
        <p:spPr>
          <a:xfrm>
            <a:off x="9671050" y="4370388"/>
            <a:ext cx="1216025" cy="663575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Bahnschrift"/>
                <a:ea typeface="Tahoma"/>
                <a:cs typeface="Tahoma"/>
                <a:sym typeface="Tahoma"/>
              </a:rPr>
              <a:t>todo.txt</a:t>
            </a:r>
            <a:br>
              <a:rPr lang="en-US" sz="1600" b="0">
                <a:solidFill>
                  <a:schemeClr val="dk1"/>
                </a:solidFill>
                <a:latin typeface="Bahnschrift"/>
                <a:ea typeface="Tahoma"/>
                <a:cs typeface="Tahoma"/>
                <a:sym typeface="Tahoma"/>
              </a:rPr>
            </a:br>
            <a:r>
              <a:rPr lang="en-US" sz="1600" b="0">
                <a:solidFill>
                  <a:schemeClr val="dk1"/>
                </a:solidFill>
                <a:latin typeface="Bahnschrift"/>
                <a:ea typeface="Tahoma"/>
                <a:cs typeface="Tahoma"/>
                <a:sym typeface="Tahoma"/>
              </a:rPr>
              <a:t>1K</a:t>
            </a:r>
            <a:endParaRPr>
              <a:latin typeface="Bahnschrift"/>
            </a:endParaRPr>
          </a:p>
        </p:txBody>
      </p:sp>
      <p:sp>
        <p:nvSpPr>
          <p:cNvPr id="60" name="Google Shape;235;p10">
            <a:extLst>
              <a:ext uri="{FF2B5EF4-FFF2-40B4-BE49-F238E27FC236}">
                <a16:creationId xmlns:a16="http://schemas.microsoft.com/office/drawing/2014/main" id="{5A414AED-D492-9E20-1465-ACF392B98864}"/>
              </a:ext>
            </a:extLst>
          </p:cNvPr>
          <p:cNvSpPr/>
          <p:nvPr/>
        </p:nvSpPr>
        <p:spPr>
          <a:xfrm>
            <a:off x="7375525" y="4514119"/>
            <a:ext cx="1655763" cy="374526"/>
          </a:xfrm>
          <a:prstGeom prst="roundRect">
            <a:avLst>
              <a:gd name="adj" fmla="val 16667"/>
            </a:avLst>
          </a:prstGeom>
          <a:solidFill>
            <a:schemeClr val="accent1">
              <a:lumMod val="60000"/>
              <a:lumOff val="40000"/>
            </a:scheme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Bahnschrift"/>
                <a:ea typeface="Tahoma"/>
                <a:cs typeface="Tahoma"/>
                <a:sym typeface="Tahoma"/>
              </a:rPr>
              <a:t>programas/</a:t>
            </a:r>
            <a:endParaRPr>
              <a:latin typeface="Bahnschrift"/>
            </a:endParaRPr>
          </a:p>
        </p:txBody>
      </p:sp>
      <p:sp>
        <p:nvSpPr>
          <p:cNvPr id="61" name="Google Shape;236;p10">
            <a:extLst>
              <a:ext uri="{FF2B5EF4-FFF2-40B4-BE49-F238E27FC236}">
                <a16:creationId xmlns:a16="http://schemas.microsoft.com/office/drawing/2014/main" id="{5692B084-8CDA-178F-DBBF-ECB84E9B732E}"/>
              </a:ext>
            </a:extLst>
          </p:cNvPr>
          <p:cNvSpPr/>
          <p:nvPr/>
        </p:nvSpPr>
        <p:spPr>
          <a:xfrm>
            <a:off x="5905500" y="5421313"/>
            <a:ext cx="1098550" cy="654050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Bahnschrift"/>
                <a:ea typeface="Tahoma"/>
                <a:cs typeface="Tahoma"/>
                <a:sym typeface="Tahoma"/>
              </a:rPr>
              <a:t>DDR.java</a:t>
            </a:r>
            <a:br>
              <a:rPr lang="en-US" sz="1600" b="0">
                <a:solidFill>
                  <a:schemeClr val="dk1"/>
                </a:solidFill>
                <a:latin typeface="Bahnschrift"/>
                <a:ea typeface="Tahoma"/>
                <a:cs typeface="Tahoma"/>
                <a:sym typeface="Tahoma"/>
              </a:rPr>
            </a:br>
            <a:r>
              <a:rPr lang="en-US" sz="1600" b="0">
                <a:solidFill>
                  <a:schemeClr val="dk1"/>
                </a:solidFill>
                <a:latin typeface="Bahnschrift"/>
                <a:ea typeface="Tahoma"/>
                <a:cs typeface="Tahoma"/>
                <a:sym typeface="Tahoma"/>
              </a:rPr>
              <a:t>10K</a:t>
            </a:r>
            <a:endParaRPr>
              <a:latin typeface="Bahnschrift"/>
            </a:endParaRPr>
          </a:p>
        </p:txBody>
      </p:sp>
      <p:sp>
        <p:nvSpPr>
          <p:cNvPr id="62" name="Google Shape;237;p10">
            <a:extLst>
              <a:ext uri="{FF2B5EF4-FFF2-40B4-BE49-F238E27FC236}">
                <a16:creationId xmlns:a16="http://schemas.microsoft.com/office/drawing/2014/main" id="{7E2E30FC-780A-D4A9-A9C2-5444E6D1CE4D}"/>
              </a:ext>
            </a:extLst>
          </p:cNvPr>
          <p:cNvSpPr/>
          <p:nvPr/>
        </p:nvSpPr>
        <p:spPr>
          <a:xfrm>
            <a:off x="7378700" y="5405817"/>
            <a:ext cx="1436688" cy="646941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Bahnschrift"/>
                <a:ea typeface="Tahoma"/>
                <a:cs typeface="Tahoma"/>
                <a:sym typeface="Tahoma"/>
              </a:rPr>
              <a:t>Stocks.java</a:t>
            </a:r>
            <a:br>
              <a:rPr lang="en-US" sz="1600" b="0">
                <a:solidFill>
                  <a:schemeClr val="dk1"/>
                </a:solidFill>
                <a:latin typeface="Bahnschrift"/>
                <a:ea typeface="Tahoma"/>
                <a:cs typeface="Tahoma"/>
                <a:sym typeface="Tahoma"/>
              </a:rPr>
            </a:br>
            <a:r>
              <a:rPr lang="en-US" sz="1600" b="0">
                <a:solidFill>
                  <a:schemeClr val="dk1"/>
                </a:solidFill>
                <a:latin typeface="Bahnschrift"/>
                <a:ea typeface="Tahoma"/>
                <a:cs typeface="Tahoma"/>
                <a:sym typeface="Tahoma"/>
              </a:rPr>
              <a:t>25K</a:t>
            </a:r>
            <a:endParaRPr>
              <a:latin typeface="Bahnschrift"/>
            </a:endParaRPr>
          </a:p>
        </p:txBody>
      </p:sp>
      <p:sp>
        <p:nvSpPr>
          <p:cNvPr id="63" name="Google Shape;238;p10">
            <a:extLst>
              <a:ext uri="{FF2B5EF4-FFF2-40B4-BE49-F238E27FC236}">
                <a16:creationId xmlns:a16="http://schemas.microsoft.com/office/drawing/2014/main" id="{61A60364-067B-4A4C-E182-947777E866CE}"/>
              </a:ext>
            </a:extLst>
          </p:cNvPr>
          <p:cNvSpPr/>
          <p:nvPr/>
        </p:nvSpPr>
        <p:spPr>
          <a:xfrm>
            <a:off x="2865438" y="5421313"/>
            <a:ext cx="957262" cy="654050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Bahnschrift"/>
                <a:ea typeface="Tahoma"/>
                <a:cs typeface="Tahoma"/>
                <a:sym typeface="Tahoma"/>
              </a:rPr>
              <a:t>h1c.doc</a:t>
            </a:r>
            <a:br>
              <a:rPr lang="en-US" sz="1600" b="0">
                <a:solidFill>
                  <a:schemeClr val="dk1"/>
                </a:solidFill>
                <a:latin typeface="Bahnschrift"/>
                <a:ea typeface="Tahoma"/>
                <a:cs typeface="Tahoma"/>
                <a:sym typeface="Tahoma"/>
              </a:rPr>
            </a:br>
            <a:r>
              <a:rPr lang="en-US" sz="1600" b="0">
                <a:solidFill>
                  <a:schemeClr val="dk1"/>
                </a:solidFill>
                <a:latin typeface="Bahnschrift"/>
                <a:ea typeface="Tahoma"/>
                <a:cs typeface="Tahoma"/>
                <a:sym typeface="Tahoma"/>
              </a:rPr>
              <a:t>3K</a:t>
            </a:r>
            <a:endParaRPr>
              <a:latin typeface="Bahnschrift"/>
            </a:endParaRPr>
          </a:p>
        </p:txBody>
      </p:sp>
      <p:sp>
        <p:nvSpPr>
          <p:cNvPr id="64" name="Google Shape;239;p10">
            <a:extLst>
              <a:ext uri="{FF2B5EF4-FFF2-40B4-BE49-F238E27FC236}">
                <a16:creationId xmlns:a16="http://schemas.microsoft.com/office/drawing/2014/main" id="{E980E815-8EBE-52DB-74B2-6AC3266DAD8B}"/>
              </a:ext>
            </a:extLst>
          </p:cNvPr>
          <p:cNvSpPr/>
          <p:nvPr/>
        </p:nvSpPr>
        <p:spPr>
          <a:xfrm>
            <a:off x="4346575" y="5421313"/>
            <a:ext cx="1069975" cy="654050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Bahnschrift"/>
                <a:ea typeface="Tahoma"/>
                <a:cs typeface="Tahoma"/>
                <a:sym typeface="Tahoma"/>
              </a:rPr>
              <a:t>h1nc.doc</a:t>
            </a:r>
            <a:br>
              <a:rPr lang="en-US" sz="1600" b="0">
                <a:solidFill>
                  <a:schemeClr val="dk1"/>
                </a:solidFill>
                <a:latin typeface="Bahnschrift"/>
                <a:ea typeface="Tahoma"/>
                <a:cs typeface="Tahoma"/>
                <a:sym typeface="Tahoma"/>
              </a:rPr>
            </a:br>
            <a:r>
              <a:rPr lang="en-US" sz="1600" b="0">
                <a:solidFill>
                  <a:schemeClr val="dk1"/>
                </a:solidFill>
                <a:latin typeface="Bahnschrift"/>
                <a:ea typeface="Tahoma"/>
                <a:cs typeface="Tahoma"/>
                <a:sym typeface="Tahoma"/>
              </a:rPr>
              <a:t>2K</a:t>
            </a:r>
            <a:endParaRPr>
              <a:latin typeface="Bahnschrift"/>
            </a:endParaRPr>
          </a:p>
        </p:txBody>
      </p:sp>
      <p:cxnSp>
        <p:nvCxnSpPr>
          <p:cNvPr id="65" name="Google Shape;240;p10">
            <a:extLst>
              <a:ext uri="{FF2B5EF4-FFF2-40B4-BE49-F238E27FC236}">
                <a16:creationId xmlns:a16="http://schemas.microsoft.com/office/drawing/2014/main" id="{7B4FE242-E0AF-63C7-7495-3AAE8915E0EF}"/>
              </a:ext>
            </a:extLst>
          </p:cNvPr>
          <p:cNvCxnSpPr>
            <a:cxnSpLocks/>
          </p:cNvCxnSpPr>
          <p:nvPr/>
        </p:nvCxnSpPr>
        <p:spPr>
          <a:xfrm flipH="1">
            <a:off x="4077432" y="3969504"/>
            <a:ext cx="2840100" cy="535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" name="Google Shape;241;p10">
            <a:extLst>
              <a:ext uri="{FF2B5EF4-FFF2-40B4-BE49-F238E27FC236}">
                <a16:creationId xmlns:a16="http://schemas.microsoft.com/office/drawing/2014/main" id="{6BA3E297-3FAF-0734-C002-8F4A4E72F8C3}"/>
              </a:ext>
            </a:extLst>
          </p:cNvPr>
          <p:cNvCxnSpPr>
            <a:cxnSpLocks/>
          </p:cNvCxnSpPr>
          <p:nvPr/>
        </p:nvCxnSpPr>
        <p:spPr>
          <a:xfrm>
            <a:off x="6917533" y="3969504"/>
            <a:ext cx="1090500" cy="535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" name="Google Shape;242;p10">
            <a:extLst>
              <a:ext uri="{FF2B5EF4-FFF2-40B4-BE49-F238E27FC236}">
                <a16:creationId xmlns:a16="http://schemas.microsoft.com/office/drawing/2014/main" id="{328A1E8D-071C-B78D-0DC0-CF01A7C9CB0B}"/>
              </a:ext>
            </a:extLst>
          </p:cNvPr>
          <p:cNvCxnSpPr>
            <a:cxnSpLocks/>
          </p:cNvCxnSpPr>
          <p:nvPr/>
        </p:nvCxnSpPr>
        <p:spPr>
          <a:xfrm>
            <a:off x="6917533" y="3969504"/>
            <a:ext cx="3261600" cy="400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" name="Google Shape;243;p10">
            <a:extLst>
              <a:ext uri="{FF2B5EF4-FFF2-40B4-BE49-F238E27FC236}">
                <a16:creationId xmlns:a16="http://schemas.microsoft.com/office/drawing/2014/main" id="{704C85A7-94FE-B4D4-4FF7-D79FC0F26686}"/>
              </a:ext>
            </a:extLst>
          </p:cNvPr>
          <p:cNvCxnSpPr>
            <a:cxnSpLocks/>
          </p:cNvCxnSpPr>
          <p:nvPr/>
        </p:nvCxnSpPr>
        <p:spPr>
          <a:xfrm>
            <a:off x="8008144" y="4887913"/>
            <a:ext cx="7800" cy="533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" name="Google Shape;244;p10">
            <a:extLst>
              <a:ext uri="{FF2B5EF4-FFF2-40B4-BE49-F238E27FC236}">
                <a16:creationId xmlns:a16="http://schemas.microsoft.com/office/drawing/2014/main" id="{059F7FC3-7162-895A-E9BA-F1B2C9E96BC9}"/>
              </a:ext>
            </a:extLst>
          </p:cNvPr>
          <p:cNvCxnSpPr>
            <a:cxnSpLocks/>
          </p:cNvCxnSpPr>
          <p:nvPr/>
        </p:nvCxnSpPr>
        <p:spPr>
          <a:xfrm flipH="1">
            <a:off x="6454744" y="4887913"/>
            <a:ext cx="1553400" cy="533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" name="Google Shape;245;p10">
            <a:extLst>
              <a:ext uri="{FF2B5EF4-FFF2-40B4-BE49-F238E27FC236}">
                <a16:creationId xmlns:a16="http://schemas.microsoft.com/office/drawing/2014/main" id="{D66F739B-C3EB-6C50-4F18-A50406A64A3E}"/>
              </a:ext>
            </a:extLst>
          </p:cNvPr>
          <p:cNvCxnSpPr>
            <a:cxnSpLocks/>
          </p:cNvCxnSpPr>
          <p:nvPr/>
        </p:nvCxnSpPr>
        <p:spPr>
          <a:xfrm>
            <a:off x="4077494" y="4887913"/>
            <a:ext cx="804000" cy="533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" name="Google Shape;246;p10">
            <a:extLst>
              <a:ext uri="{FF2B5EF4-FFF2-40B4-BE49-F238E27FC236}">
                <a16:creationId xmlns:a16="http://schemas.microsoft.com/office/drawing/2014/main" id="{716AC981-023C-D1FB-032E-C0287EC53B1C}"/>
              </a:ext>
            </a:extLst>
          </p:cNvPr>
          <p:cNvCxnSpPr>
            <a:cxnSpLocks/>
          </p:cNvCxnSpPr>
          <p:nvPr/>
        </p:nvCxnSpPr>
        <p:spPr>
          <a:xfrm flipH="1">
            <a:off x="3343994" y="4887913"/>
            <a:ext cx="733500" cy="533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2" name="Google Shape;247;p10">
            <a:extLst>
              <a:ext uri="{FF2B5EF4-FFF2-40B4-BE49-F238E27FC236}">
                <a16:creationId xmlns:a16="http://schemas.microsoft.com/office/drawing/2014/main" id="{BDFBDA94-4B55-63D3-5A82-C55E3EF755D3}"/>
              </a:ext>
            </a:extLst>
          </p:cNvPr>
          <p:cNvSpPr/>
          <p:nvPr/>
        </p:nvSpPr>
        <p:spPr>
          <a:xfrm>
            <a:off x="9029700" y="5419725"/>
            <a:ext cx="1219200" cy="654050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chemeClr val="dk1"/>
                </a:solidFill>
                <a:latin typeface="Bahnschrift"/>
                <a:ea typeface="Tahoma"/>
                <a:cs typeface="Tahoma"/>
                <a:sym typeface="Tahoma"/>
              </a:rPr>
              <a:t>Robot.java</a:t>
            </a:r>
            <a:br>
              <a:rPr lang="en-US" sz="1600" b="0">
                <a:solidFill>
                  <a:schemeClr val="dk1"/>
                </a:solidFill>
                <a:latin typeface="Bahnschrift"/>
                <a:ea typeface="Tahoma"/>
                <a:cs typeface="Tahoma"/>
                <a:sym typeface="Tahoma"/>
              </a:rPr>
            </a:br>
            <a:r>
              <a:rPr lang="en-US" sz="1600" b="0">
                <a:solidFill>
                  <a:schemeClr val="dk1"/>
                </a:solidFill>
                <a:latin typeface="Bahnschrift"/>
                <a:ea typeface="Tahoma"/>
                <a:cs typeface="Tahoma"/>
                <a:sym typeface="Tahoma"/>
              </a:rPr>
              <a:t>20K</a:t>
            </a:r>
            <a:endParaRPr>
              <a:latin typeface="Bahnschrift"/>
            </a:endParaRPr>
          </a:p>
        </p:txBody>
      </p:sp>
      <p:cxnSp>
        <p:nvCxnSpPr>
          <p:cNvPr id="73" name="Google Shape;248;p10">
            <a:extLst>
              <a:ext uri="{FF2B5EF4-FFF2-40B4-BE49-F238E27FC236}">
                <a16:creationId xmlns:a16="http://schemas.microsoft.com/office/drawing/2014/main" id="{18BC9ACB-8464-4746-6B80-C043ABC17157}"/>
              </a:ext>
            </a:extLst>
          </p:cNvPr>
          <p:cNvCxnSpPr>
            <a:cxnSpLocks/>
          </p:cNvCxnSpPr>
          <p:nvPr/>
        </p:nvCxnSpPr>
        <p:spPr>
          <a:xfrm>
            <a:off x="8008144" y="4887913"/>
            <a:ext cx="1631100" cy="531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" name="Google Shape;249;p10">
            <a:extLst>
              <a:ext uri="{FF2B5EF4-FFF2-40B4-BE49-F238E27FC236}">
                <a16:creationId xmlns:a16="http://schemas.microsoft.com/office/drawing/2014/main" id="{AA690A8C-C214-8941-F3B2-3CF04A0566DD}"/>
              </a:ext>
            </a:extLst>
          </p:cNvPr>
          <p:cNvSpPr txBox="1"/>
          <p:nvPr/>
        </p:nvSpPr>
        <p:spPr>
          <a:xfrm>
            <a:off x="6296025" y="3381375"/>
            <a:ext cx="322263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2"/>
                </a:solidFill>
                <a:latin typeface="Bahnschrift"/>
                <a:ea typeface="Tahoma"/>
                <a:cs typeface="Tahoma"/>
                <a:sym typeface="Tahoma"/>
              </a:rPr>
              <a:t>9</a:t>
            </a:r>
            <a:endParaRPr>
              <a:latin typeface="Bahnschrift"/>
            </a:endParaRPr>
          </a:p>
        </p:txBody>
      </p:sp>
      <p:sp>
        <p:nvSpPr>
          <p:cNvPr id="75" name="Google Shape;250;p10">
            <a:extLst>
              <a:ext uri="{FF2B5EF4-FFF2-40B4-BE49-F238E27FC236}">
                <a16:creationId xmlns:a16="http://schemas.microsoft.com/office/drawing/2014/main" id="{EB42D830-1A6A-B019-D804-AE013D979D4A}"/>
              </a:ext>
            </a:extLst>
          </p:cNvPr>
          <p:cNvSpPr txBox="1"/>
          <p:nvPr/>
        </p:nvSpPr>
        <p:spPr>
          <a:xfrm>
            <a:off x="3878263" y="4175125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2"/>
                </a:solidFill>
                <a:latin typeface="Bahnschrift"/>
                <a:ea typeface="Tahoma"/>
                <a:cs typeface="Tahoma"/>
                <a:sym typeface="Tahoma"/>
              </a:rPr>
              <a:t>3</a:t>
            </a:r>
            <a:endParaRPr>
              <a:latin typeface="Bahnschrift"/>
            </a:endParaRPr>
          </a:p>
        </p:txBody>
      </p:sp>
      <p:sp>
        <p:nvSpPr>
          <p:cNvPr id="76" name="Google Shape;251;p10">
            <a:extLst>
              <a:ext uri="{FF2B5EF4-FFF2-40B4-BE49-F238E27FC236}">
                <a16:creationId xmlns:a16="http://schemas.microsoft.com/office/drawing/2014/main" id="{A2AC6F2C-95F7-157A-8184-FD8D85CF3484}"/>
              </a:ext>
            </a:extLst>
          </p:cNvPr>
          <p:cNvSpPr txBox="1"/>
          <p:nvPr/>
        </p:nvSpPr>
        <p:spPr>
          <a:xfrm>
            <a:off x="3144838" y="5051425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/>
          </a:p>
        </p:txBody>
      </p:sp>
      <p:sp>
        <p:nvSpPr>
          <p:cNvPr id="77" name="Google Shape;252;p10">
            <a:extLst>
              <a:ext uri="{FF2B5EF4-FFF2-40B4-BE49-F238E27FC236}">
                <a16:creationId xmlns:a16="http://schemas.microsoft.com/office/drawing/2014/main" id="{85340AEA-BDB6-FDD7-8C3F-9A77461298EC}"/>
              </a:ext>
            </a:extLst>
          </p:cNvPr>
          <p:cNvSpPr txBox="1"/>
          <p:nvPr/>
        </p:nvSpPr>
        <p:spPr>
          <a:xfrm>
            <a:off x="7200900" y="4175125"/>
            <a:ext cx="322263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2"/>
                </a:solidFill>
                <a:latin typeface="Bahnschrift"/>
                <a:ea typeface="Tahoma"/>
                <a:cs typeface="Tahoma"/>
                <a:sym typeface="Tahoma"/>
              </a:rPr>
              <a:t>7</a:t>
            </a:r>
            <a:endParaRPr>
              <a:latin typeface="Bahnschrift"/>
            </a:endParaRPr>
          </a:p>
        </p:txBody>
      </p:sp>
      <p:sp>
        <p:nvSpPr>
          <p:cNvPr id="78" name="Google Shape;253;p10">
            <a:extLst>
              <a:ext uri="{FF2B5EF4-FFF2-40B4-BE49-F238E27FC236}">
                <a16:creationId xmlns:a16="http://schemas.microsoft.com/office/drawing/2014/main" id="{57358015-F4C6-E88B-420A-44EE7430BAEC}"/>
              </a:ext>
            </a:extLst>
          </p:cNvPr>
          <p:cNvSpPr txBox="1"/>
          <p:nvPr/>
        </p:nvSpPr>
        <p:spPr>
          <a:xfrm>
            <a:off x="4745038" y="5051425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2"/>
                </a:solidFill>
                <a:latin typeface="Bahnschrift"/>
                <a:ea typeface="Tahoma"/>
                <a:cs typeface="Tahoma"/>
                <a:sym typeface="Tahoma"/>
              </a:rPr>
              <a:t>2</a:t>
            </a:r>
            <a:endParaRPr>
              <a:latin typeface="Bahnschrift"/>
            </a:endParaRPr>
          </a:p>
        </p:txBody>
      </p:sp>
      <p:sp>
        <p:nvSpPr>
          <p:cNvPr id="79" name="Google Shape;254;p10">
            <a:extLst>
              <a:ext uri="{FF2B5EF4-FFF2-40B4-BE49-F238E27FC236}">
                <a16:creationId xmlns:a16="http://schemas.microsoft.com/office/drawing/2014/main" id="{38F79375-F6AC-AF86-1D35-C4EBCDB67CC4}"/>
              </a:ext>
            </a:extLst>
          </p:cNvPr>
          <p:cNvSpPr txBox="1"/>
          <p:nvPr/>
        </p:nvSpPr>
        <p:spPr>
          <a:xfrm>
            <a:off x="6049963" y="5038725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2"/>
                </a:solidFill>
                <a:latin typeface="Bahnschrift"/>
                <a:ea typeface="Tahoma"/>
                <a:cs typeface="Tahoma"/>
                <a:sym typeface="Tahoma"/>
              </a:rPr>
              <a:t>4</a:t>
            </a:r>
            <a:endParaRPr>
              <a:latin typeface="Bahnschrift"/>
            </a:endParaRPr>
          </a:p>
        </p:txBody>
      </p:sp>
      <p:sp>
        <p:nvSpPr>
          <p:cNvPr id="80" name="Google Shape;255;p10">
            <a:extLst>
              <a:ext uri="{FF2B5EF4-FFF2-40B4-BE49-F238E27FC236}">
                <a16:creationId xmlns:a16="http://schemas.microsoft.com/office/drawing/2014/main" id="{2F6CC0B0-0ADC-7D39-2027-CCA022A861D3}"/>
              </a:ext>
            </a:extLst>
          </p:cNvPr>
          <p:cNvSpPr txBox="1"/>
          <p:nvPr/>
        </p:nvSpPr>
        <p:spPr>
          <a:xfrm>
            <a:off x="7650163" y="5038725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2"/>
                </a:solidFill>
                <a:latin typeface="Bahnschrift"/>
                <a:ea typeface="Tahoma"/>
                <a:cs typeface="Tahoma"/>
                <a:sym typeface="Tahoma"/>
              </a:rPr>
              <a:t>5</a:t>
            </a:r>
            <a:endParaRPr>
              <a:latin typeface="Bahnschrift"/>
            </a:endParaRPr>
          </a:p>
        </p:txBody>
      </p:sp>
      <p:sp>
        <p:nvSpPr>
          <p:cNvPr id="81" name="Google Shape;256;p10">
            <a:extLst>
              <a:ext uri="{FF2B5EF4-FFF2-40B4-BE49-F238E27FC236}">
                <a16:creationId xmlns:a16="http://schemas.microsoft.com/office/drawing/2014/main" id="{A9DBD54C-5A80-C5C6-3FC3-FDBE89CB34A4}"/>
              </a:ext>
            </a:extLst>
          </p:cNvPr>
          <p:cNvSpPr txBox="1"/>
          <p:nvPr/>
        </p:nvSpPr>
        <p:spPr>
          <a:xfrm>
            <a:off x="9505950" y="5038725"/>
            <a:ext cx="322263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2"/>
                </a:solidFill>
                <a:latin typeface="Bahnschrift"/>
                <a:ea typeface="Tahoma"/>
                <a:cs typeface="Tahoma"/>
                <a:sym typeface="Tahoma"/>
              </a:rPr>
              <a:t>6</a:t>
            </a:r>
            <a:endParaRPr>
              <a:latin typeface="Bahnschrift"/>
            </a:endParaRPr>
          </a:p>
        </p:txBody>
      </p:sp>
      <p:sp>
        <p:nvSpPr>
          <p:cNvPr id="82" name="Google Shape;257;p10">
            <a:extLst>
              <a:ext uri="{FF2B5EF4-FFF2-40B4-BE49-F238E27FC236}">
                <a16:creationId xmlns:a16="http://schemas.microsoft.com/office/drawing/2014/main" id="{70125D2A-3BCD-C485-B203-357E2B60CA6B}"/>
              </a:ext>
            </a:extLst>
          </p:cNvPr>
          <p:cNvSpPr txBox="1"/>
          <p:nvPr/>
        </p:nvSpPr>
        <p:spPr>
          <a:xfrm>
            <a:off x="10050463" y="3971925"/>
            <a:ext cx="3222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2"/>
                </a:solidFill>
                <a:latin typeface="Bahnschrift"/>
                <a:ea typeface="Tahoma"/>
                <a:cs typeface="Tahoma"/>
                <a:sym typeface="Tahoma"/>
              </a:rPr>
              <a:t>8</a:t>
            </a:r>
            <a:endParaRPr>
              <a:latin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3909336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BED01-F157-6A29-9A93-E59CF269B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5D98A5EA-ED10-494A-2FC0-85059175E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s-ES" b="1" dirty="0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Recorrer el siguiente árbol en </a:t>
            </a:r>
            <a:r>
              <a:rPr lang="es-ES" b="1" dirty="0" err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preorden</a:t>
            </a:r>
            <a:r>
              <a:rPr lang="es-ES" b="1" dirty="0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 y </a:t>
            </a:r>
            <a:r>
              <a:rPr lang="es-ES" b="1" dirty="0" err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postorden</a:t>
            </a:r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ea typeface="Calibri"/>
              <a:cs typeface="Calibri"/>
            </a:endParaRPr>
          </a:p>
        </p:txBody>
      </p:sp>
      <p:pic>
        <p:nvPicPr>
          <p:cNvPr id="6" name="Picture 5" descr="A diagram of a tree&#10;&#10;AI-generated content may be incorrect.">
            <a:extLst>
              <a:ext uri="{FF2B5EF4-FFF2-40B4-BE49-F238E27FC236}">
                <a16:creationId xmlns:a16="http://schemas.microsoft.com/office/drawing/2014/main" id="{11490A8C-113C-D716-10DB-B9D2D9CCB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125" y="1490663"/>
            <a:ext cx="6572250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766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9DB0C-8B67-33C3-C5A1-008C90BAF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7FC9274A-06D9-E9FA-EB67-38BA1C832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Representación de árboles genéricos</a:t>
            </a:r>
            <a:br>
              <a:rPr lang="es-ES" b="1" dirty="0">
                <a:latin typeface="Bahnschrift Light"/>
                <a:ea typeface="Calibri"/>
                <a:cs typeface="Calibri"/>
              </a:rPr>
            </a:br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Primer hijo – siguiente hermano / hermano derecho</a:t>
            </a:r>
          </a:p>
          <a:p>
            <a:endParaRPr lang="es-ES" b="1" dirty="0">
              <a:ea typeface="Calibri"/>
              <a:cs typeface="Calibri"/>
            </a:endParaRPr>
          </a:p>
        </p:txBody>
      </p:sp>
      <p:pic>
        <p:nvPicPr>
          <p:cNvPr id="6" name="Picture 5" descr="A diagram of a tree&#10;&#10;AI-generated content may be incorrect.">
            <a:extLst>
              <a:ext uri="{FF2B5EF4-FFF2-40B4-BE49-F238E27FC236}">
                <a16:creationId xmlns:a16="http://schemas.microsoft.com/office/drawing/2014/main" id="{D3A3FDB6-60B2-8458-C09F-AD5D712CB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925" y="1700213"/>
            <a:ext cx="638175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549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037A1-A803-E109-BB4F-A56DC719D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6B11660A-A332-FF9A-EE95-5CBD86653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Primer hijo – hermano derecho</a:t>
            </a:r>
          </a:p>
          <a:p>
            <a:endParaRPr lang="es-ES" b="1" dirty="0">
              <a:ea typeface="Calibri"/>
              <a:cs typeface="Calibri"/>
            </a:endParaRPr>
          </a:p>
        </p:txBody>
      </p:sp>
      <p:pic>
        <p:nvPicPr>
          <p:cNvPr id="2" name="Picture 1" descr="A diagram of a flowchart&#10;&#10;AI-generated content may be incorrect.">
            <a:extLst>
              <a:ext uri="{FF2B5EF4-FFF2-40B4-BE49-F238E27FC236}">
                <a16:creationId xmlns:a16="http://schemas.microsoft.com/office/drawing/2014/main" id="{5A5FC773-779F-4595-6473-36702C538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163" y="3567113"/>
            <a:ext cx="4248150" cy="2667000"/>
          </a:xfrm>
          <a:prstGeom prst="rect">
            <a:avLst/>
          </a:prstGeom>
        </p:spPr>
      </p:pic>
      <p:pic>
        <p:nvPicPr>
          <p:cNvPr id="3" name="Picture 2" descr="A diagram of a tree&#10;&#10;AI-generated content may be incorrect.">
            <a:extLst>
              <a:ext uri="{FF2B5EF4-FFF2-40B4-BE49-F238E27FC236}">
                <a16:creationId xmlns:a16="http://schemas.microsoft.com/office/drawing/2014/main" id="{9059F531-A9D9-F166-229B-05B132FD5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163" y="900113"/>
            <a:ext cx="4248150" cy="266700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4029869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2120B-7178-8173-F57A-A30FBDBBB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ED86CE10-149D-5F10-FAAC-643CD930E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 dirty="0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Recorridas de árboles genéricos -</a:t>
            </a:r>
            <a:r>
              <a:rPr lang="es-ES" b="1" dirty="0" err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preorden</a:t>
            </a: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ea typeface="Calibri"/>
              <a:cs typeface="Calibri"/>
            </a:endParaRPr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9AF0A9DE-214D-E3DD-58D5-52FE12F3F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715" y="1976164"/>
            <a:ext cx="4525469" cy="1845769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6" name="Picture 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C678C167-40F3-CBF2-041A-EC5D74722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427" y="1973426"/>
            <a:ext cx="5458591" cy="3396374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225248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94E61-D714-97D2-941A-5239DD3E3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902266A8-C279-6067-FDEB-C593A74AF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 dirty="0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Recorridas de árboles genéricos -</a:t>
            </a:r>
            <a:r>
              <a:rPr lang="es-ES" b="1" dirty="0" err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postorden</a:t>
            </a: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ea typeface="Calibri"/>
              <a:cs typeface="Calibri"/>
            </a:endParaRPr>
          </a:p>
        </p:txBody>
      </p:sp>
      <p:pic>
        <p:nvPicPr>
          <p:cNvPr id="4" name="Picture 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598D0987-3A88-3D2B-6897-F21AD744A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667" y="1955910"/>
            <a:ext cx="4353034" cy="1611914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6" name="Picture 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D71E7B80-37AA-421D-AFD4-739586F8C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5703" y="1955910"/>
            <a:ext cx="5106385" cy="3211348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401966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B4419-E2E2-29D6-4C4E-46F5BC6FC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A1CCEF91-3335-03FE-EC76-742DE718A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 dirty="0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El TDA ARBOL. Operaciones a ser consideradas</a:t>
            </a: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ea typeface="Calibri"/>
              <a:cs typeface="Calibri"/>
            </a:endParaRPr>
          </a:p>
        </p:txBody>
      </p:sp>
      <p:sp>
        <p:nvSpPr>
          <p:cNvPr id="5" name="Marcador de contenido 3">
            <a:extLst>
              <a:ext uri="{FF2B5EF4-FFF2-40B4-BE49-F238E27FC236}">
                <a16:creationId xmlns:a16="http://schemas.microsoft.com/office/drawing/2014/main" id="{05F9C4D8-A454-822F-0256-5F1A6926A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6278" y="1713089"/>
            <a:ext cx="9739312" cy="3625014"/>
          </a:xfrm>
        </p:spPr>
        <p:txBody>
          <a:bodyPr lIns="91440" tIns="45720" rIns="91440" bIns="45720" anchor="t"/>
          <a:lstStyle/>
          <a:p>
            <a:r>
              <a:rPr lang="es-UY" sz="2400" dirty="0">
                <a:latin typeface="Bahnschrift SemiLight"/>
              </a:rPr>
              <a:t>Padre(</a:t>
            </a:r>
            <a:r>
              <a:rPr lang="es-UY" sz="2400" dirty="0" err="1">
                <a:latin typeface="Bahnschrift SemiLight"/>
              </a:rPr>
              <a:t>unNodo</a:t>
            </a:r>
            <a:r>
              <a:rPr lang="es-UY" sz="2400" dirty="0">
                <a:latin typeface="Bahnschrift SemiLight"/>
              </a:rPr>
              <a:t>). </a:t>
            </a:r>
          </a:p>
          <a:p>
            <a:r>
              <a:rPr lang="es-UY" sz="2400" dirty="0" err="1">
                <a:latin typeface="Bahnschrift SemiLight"/>
              </a:rPr>
              <a:t>HijoIzquierdo</a:t>
            </a:r>
            <a:r>
              <a:rPr lang="es-UY" sz="2400" dirty="0">
                <a:latin typeface="Bahnschrift SemiLight"/>
              </a:rPr>
              <a:t>(</a:t>
            </a:r>
            <a:r>
              <a:rPr lang="es-UY" sz="2400" dirty="0" err="1">
                <a:latin typeface="Bahnschrift SemiLight"/>
              </a:rPr>
              <a:t>unNodo</a:t>
            </a:r>
            <a:r>
              <a:rPr lang="es-UY" sz="2400" dirty="0">
                <a:latin typeface="Bahnschrift SemiLight"/>
              </a:rPr>
              <a:t>).</a:t>
            </a:r>
          </a:p>
          <a:p>
            <a:r>
              <a:rPr lang="es-UY" sz="2400" dirty="0" err="1">
                <a:latin typeface="Bahnschrift SemiLight"/>
              </a:rPr>
              <a:t>HermanoDerecho</a:t>
            </a:r>
            <a:r>
              <a:rPr lang="es-UY" sz="2400" dirty="0">
                <a:latin typeface="Bahnschrift SemiLight"/>
              </a:rPr>
              <a:t>(</a:t>
            </a:r>
            <a:r>
              <a:rPr lang="es-UY" sz="2400" dirty="0" err="1">
                <a:latin typeface="Bahnschrift SemiLight"/>
              </a:rPr>
              <a:t>unNodo</a:t>
            </a:r>
            <a:r>
              <a:rPr lang="es-UY" sz="2400" dirty="0">
                <a:latin typeface="Bahnschrift SemiLight"/>
              </a:rPr>
              <a:t>).</a:t>
            </a:r>
          </a:p>
          <a:p>
            <a:r>
              <a:rPr lang="es-UY" sz="2400" dirty="0">
                <a:latin typeface="Bahnschrift SemiLight"/>
              </a:rPr>
              <a:t>Etiqueta(</a:t>
            </a:r>
            <a:r>
              <a:rPr lang="es-UY" sz="2400" dirty="0" err="1">
                <a:latin typeface="Bahnschrift SemiLight"/>
              </a:rPr>
              <a:t>unNodo</a:t>
            </a:r>
            <a:r>
              <a:rPr lang="es-UY" sz="2400" dirty="0">
                <a:latin typeface="Bahnschrift SemiLight"/>
              </a:rPr>
              <a:t>).</a:t>
            </a:r>
          </a:p>
          <a:p>
            <a:r>
              <a:rPr lang="es-UY" sz="2400" dirty="0" err="1">
                <a:latin typeface="Bahnschrift SemiLight"/>
              </a:rPr>
              <a:t>Raiz</a:t>
            </a:r>
            <a:r>
              <a:rPr lang="es-UY" sz="2400" dirty="0">
                <a:latin typeface="Bahnschrift SemiLight"/>
              </a:rPr>
              <a:t>.</a:t>
            </a:r>
          </a:p>
          <a:p>
            <a:r>
              <a:rPr lang="es-UY" sz="2400">
                <a:latin typeface="Bahnschrift SemiLight"/>
              </a:rPr>
              <a:t>Anula.</a:t>
            </a:r>
          </a:p>
          <a:p>
            <a:r>
              <a:rPr lang="es-UY" sz="2400" dirty="0">
                <a:latin typeface="Bahnschrift SemiLight"/>
              </a:rPr>
              <a:t>Otros??. (p.ej. Altura)</a:t>
            </a:r>
          </a:p>
        </p:txBody>
      </p:sp>
    </p:spTree>
    <p:extLst>
      <p:ext uri="{BB962C8B-B14F-4D97-AF65-F5344CB8AC3E}">
        <p14:creationId xmlns:p14="http://schemas.microsoft.com/office/powerpoint/2010/main" val="285473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FE0ED-E82B-C629-CC15-25293FA5E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B57526A1-117B-15EF-ECCC-F9F46F879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Búsqueda</a:t>
            </a: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ea typeface="Calibri"/>
              <a:cs typeface="Calibri"/>
            </a:endParaRPr>
          </a:p>
        </p:txBody>
      </p:sp>
      <p:sp>
        <p:nvSpPr>
          <p:cNvPr id="5" name="Marcador de contenido 3">
            <a:extLst>
              <a:ext uri="{FF2B5EF4-FFF2-40B4-BE49-F238E27FC236}">
                <a16:creationId xmlns:a16="http://schemas.microsoft.com/office/drawing/2014/main" id="{A4C92914-E8A6-F957-AA14-85AB028887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553" y="1474964"/>
            <a:ext cx="9739312" cy="3625014"/>
          </a:xfrm>
        </p:spPr>
        <p:txBody>
          <a:bodyPr lIns="91440" tIns="45720" rIns="91440" bIns="45720" anchor="t"/>
          <a:lstStyle/>
          <a:p>
            <a:r>
              <a:rPr lang="es-UY">
                <a:latin typeface="Bahnschrift SemiLight"/>
              </a:rPr>
              <a:t>Por comparación de claves:</a:t>
            </a:r>
            <a:endParaRPr lang="es-UY" dirty="0">
              <a:latin typeface="Bahnschrift SemiLigh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s-UY" dirty="0">
                <a:latin typeface="Bahnschrift SemiLight"/>
              </a:rPr>
              <a:t>Lo que hemos visto en Listas y Árboles </a:t>
            </a:r>
            <a:r>
              <a:rPr lang="es-UY">
                <a:latin typeface="Bahnschrift SemiLight"/>
              </a:rPr>
              <a:t>hasta ahora</a:t>
            </a:r>
            <a:endParaRPr lang="es-UY" dirty="0">
              <a:latin typeface="Bahnschrift SemiLight"/>
            </a:endParaRPr>
          </a:p>
          <a:p>
            <a:endParaRPr lang="es-UY" dirty="0">
              <a:latin typeface="Bahnschrift SemiLight"/>
            </a:endParaRPr>
          </a:p>
          <a:p>
            <a:r>
              <a:rPr lang="es-UY" dirty="0">
                <a:latin typeface="Bahnschrift SemiLight"/>
              </a:rPr>
              <a:t>“Digital”, por comparación de los dígitos </a:t>
            </a:r>
            <a:r>
              <a:rPr lang="es-UY">
                <a:latin typeface="Bahnschrift SemiLight"/>
              </a:rPr>
              <a:t>o caracteres individuales de la clave:</a:t>
            </a:r>
            <a:endParaRPr lang="es-UY" dirty="0">
              <a:latin typeface="Bahnschrift SemiLigh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s-UY">
                <a:latin typeface="Bahnschrift SemiLight"/>
              </a:rPr>
              <a:t>Tries</a:t>
            </a:r>
            <a:endParaRPr lang="es-UY" dirty="0">
              <a:latin typeface="Bahnschrift SemiLight"/>
            </a:endParaRPr>
          </a:p>
          <a:p>
            <a:endParaRPr lang="es-UY" dirty="0">
              <a:latin typeface="Bahnschrift SemiLight"/>
            </a:endParaRPr>
          </a:p>
          <a:p>
            <a:r>
              <a:rPr lang="es-UY">
                <a:latin typeface="Bahnschrift SemiLight"/>
              </a:rPr>
              <a:t>Por transformación de clave :</a:t>
            </a:r>
            <a:endParaRPr lang="es-UY" dirty="0">
              <a:latin typeface="Bahnschrift SemiLigh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s-UY" dirty="0">
                <a:latin typeface="Bahnschrift SemiLight"/>
              </a:rPr>
              <a:t>“</a:t>
            </a:r>
            <a:r>
              <a:rPr lang="es-UY" i="1" dirty="0" err="1">
                <a:latin typeface="Bahnschrift SemiLight"/>
              </a:rPr>
              <a:t>hashing</a:t>
            </a:r>
            <a:r>
              <a:rPr lang="es-UY" dirty="0">
                <a:latin typeface="Bahnschrift SemiLight"/>
              </a:rPr>
              <a:t>”</a:t>
            </a:r>
          </a:p>
          <a:p>
            <a:endParaRPr lang="es-UY" dirty="0">
              <a:latin typeface="Bahnschrift SemiLight"/>
            </a:endParaRPr>
          </a:p>
          <a:p>
            <a:endParaRPr lang="es-UY" dirty="0">
              <a:latin typeface="Bahnschrift SemiLight"/>
            </a:endParaRPr>
          </a:p>
          <a:p>
            <a:endParaRPr lang="es-UY" dirty="0">
              <a:latin typeface="Bahnschrift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20231855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A4AAB-AFD8-F4FB-30EB-73DA05E61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431BEC02-F6BD-50D2-2CEA-3D0352F95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Caso de Estudio</a:t>
            </a: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ea typeface="Calibri"/>
              <a:cs typeface="Calibri"/>
            </a:endParaRPr>
          </a:p>
        </p:txBody>
      </p:sp>
      <p:sp>
        <p:nvSpPr>
          <p:cNvPr id="5" name="Marcador de contenido 3">
            <a:extLst>
              <a:ext uri="{FF2B5EF4-FFF2-40B4-BE49-F238E27FC236}">
                <a16:creationId xmlns:a16="http://schemas.microsoft.com/office/drawing/2014/main" id="{EEB44127-3C17-8072-356F-D683A00E5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553" y="1474964"/>
            <a:ext cx="9739312" cy="3625014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s-UY" dirty="0">
                <a:latin typeface="Bahnschrift SemiLight"/>
              </a:rPr>
              <a:t>Imaginemos que estamos diseñando un sistema de </a:t>
            </a:r>
            <a:r>
              <a:rPr lang="es-UY" b="1" dirty="0">
                <a:latin typeface="Bahnschrift SemiLight"/>
              </a:rPr>
              <a:t>búsqueda de palabras</a:t>
            </a:r>
            <a:r>
              <a:rPr lang="es-UY" dirty="0">
                <a:latin typeface="Bahnschrift SemiLight"/>
              </a:rPr>
              <a:t> para una </a:t>
            </a:r>
            <a:r>
              <a:rPr lang="es-UY">
                <a:latin typeface="Bahnschrift SemiLight"/>
              </a:rPr>
              <a:t>aplicación muy usada:</a:t>
            </a:r>
            <a:endParaRPr lang="es-UY"/>
          </a:p>
          <a:p>
            <a:r>
              <a:rPr lang="es-UY">
                <a:latin typeface="Bahnschrift SemiLight"/>
              </a:rPr>
              <a:t>Un </a:t>
            </a:r>
            <a:r>
              <a:rPr lang="es-UY" b="1">
                <a:latin typeface="Bahnschrift SemiLight"/>
              </a:rPr>
              <a:t>corrector ortográfico</a:t>
            </a:r>
            <a:r>
              <a:rPr lang="es-UY">
                <a:latin typeface="Bahnschrift SemiLight"/>
              </a:rPr>
              <a:t> que sugiere palabras mientras el usuario escribe.</a:t>
            </a:r>
            <a:endParaRPr lang="es-UY" dirty="0">
              <a:latin typeface="Bahnschrift SemiLight"/>
            </a:endParaRPr>
          </a:p>
          <a:p>
            <a:r>
              <a:rPr lang="es-UY" dirty="0">
                <a:latin typeface="Bahnschrift SemiLight"/>
              </a:rPr>
              <a:t>Un </a:t>
            </a:r>
            <a:r>
              <a:rPr lang="es-UY" b="1" dirty="0">
                <a:latin typeface="Bahnschrift SemiLight"/>
              </a:rPr>
              <a:t>buscador de contactos</a:t>
            </a:r>
            <a:r>
              <a:rPr lang="es-UY" dirty="0">
                <a:latin typeface="Bahnschrift SemiLight"/>
              </a:rPr>
              <a:t> en un teléfono que muestra </a:t>
            </a:r>
            <a:r>
              <a:rPr lang="es-UY">
                <a:latin typeface="Bahnschrift SemiLight"/>
              </a:rPr>
              <a:t>nombres a medida que tipeamos</a:t>
            </a:r>
            <a:r>
              <a:rPr lang="es-UY" dirty="0">
                <a:latin typeface="Bahnschrift SemiLight"/>
              </a:rPr>
              <a:t>.</a:t>
            </a:r>
          </a:p>
          <a:p>
            <a:r>
              <a:rPr lang="es-UY" dirty="0">
                <a:latin typeface="Bahnschrift SemiLight"/>
              </a:rPr>
              <a:t>O un </a:t>
            </a:r>
            <a:r>
              <a:rPr lang="es-UY" b="1" dirty="0">
                <a:latin typeface="Bahnschrift SemiLight"/>
              </a:rPr>
              <a:t>motor de búsqueda</a:t>
            </a:r>
            <a:r>
              <a:rPr lang="es-UY" dirty="0">
                <a:latin typeface="Bahnschrift SemiLight"/>
              </a:rPr>
              <a:t> que </a:t>
            </a:r>
            <a:r>
              <a:rPr lang="es-UY">
                <a:latin typeface="Bahnschrift SemiLight"/>
              </a:rPr>
              <a:t>sugiere términos en tiempo real.</a:t>
            </a:r>
          </a:p>
          <a:p>
            <a:endParaRPr lang="es-UY" dirty="0">
              <a:latin typeface="Bahnschrift SemiLight"/>
            </a:endParaRPr>
          </a:p>
          <a:p>
            <a:endParaRPr lang="es-UY" dirty="0">
              <a:latin typeface="Bahnschrift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1828402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B1325-40ED-69C7-90CE-2872B6081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BD07E6DC-6C4F-ECB1-25BB-6FDC4DB96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Caso de Estudio - desafíos</a:t>
            </a:r>
            <a:endParaRPr lang="en-US"/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ea typeface="Calibri"/>
              <a:cs typeface="Calibri"/>
            </a:endParaRPr>
          </a:p>
        </p:txBody>
      </p:sp>
      <p:sp>
        <p:nvSpPr>
          <p:cNvPr id="5" name="Marcador de contenido 3">
            <a:extLst>
              <a:ext uri="{FF2B5EF4-FFF2-40B4-BE49-F238E27FC236}">
                <a16:creationId xmlns:a16="http://schemas.microsoft.com/office/drawing/2014/main" id="{CBCCEA68-A0B0-C058-9BC6-7BFBDA7222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553" y="1617839"/>
            <a:ext cx="9739312" cy="3625014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s-UY">
                <a:latin typeface="Bahnschrift SemiLight"/>
              </a:rPr>
              <a:t>El desafío es que nuestro sistema debe:</a:t>
            </a:r>
            <a:endParaRPr lang="es-UY" dirty="0"/>
          </a:p>
          <a:p>
            <a:r>
              <a:rPr lang="es-UY" dirty="0">
                <a:latin typeface="Bahnschrift SemiLight"/>
              </a:rPr>
              <a:t>Sugerir rápidamente todas las palabras que empiezan con un prefijo (por ejemplo, escribir "</a:t>
            </a:r>
            <a:r>
              <a:rPr lang="es-UY" i="1" dirty="0">
                <a:latin typeface="Bahnschrift SemiLight"/>
              </a:rPr>
              <a:t>pro</a:t>
            </a:r>
            <a:r>
              <a:rPr lang="es-UY" dirty="0">
                <a:latin typeface="Bahnschrift SemiLight"/>
              </a:rPr>
              <a:t>" y ver </a:t>
            </a:r>
            <a:r>
              <a:rPr lang="es-UY">
                <a:latin typeface="Bahnschrift SemiLight"/>
              </a:rPr>
              <a:t>"</a:t>
            </a:r>
            <a:r>
              <a:rPr lang="es-UY" i="1">
                <a:latin typeface="Bahnschrift SemiLight"/>
              </a:rPr>
              <a:t>programa</a:t>
            </a:r>
            <a:r>
              <a:rPr lang="es-UY">
                <a:latin typeface="Bahnschrift SemiLight"/>
              </a:rPr>
              <a:t>", "</a:t>
            </a:r>
            <a:r>
              <a:rPr lang="es-UY" i="1">
                <a:latin typeface="Bahnschrift SemiLight"/>
              </a:rPr>
              <a:t>progreso</a:t>
            </a:r>
            <a:r>
              <a:rPr lang="es-UY">
                <a:latin typeface="Bahnschrift SemiLight"/>
              </a:rPr>
              <a:t>", "</a:t>
            </a:r>
            <a:r>
              <a:rPr lang="es-UY" i="1">
                <a:latin typeface="Bahnschrift SemiLight"/>
              </a:rPr>
              <a:t>probar</a:t>
            </a:r>
            <a:r>
              <a:rPr lang="es-UY">
                <a:latin typeface="Bahnschrift SemiLight"/>
              </a:rPr>
              <a:t>").</a:t>
            </a:r>
          </a:p>
          <a:p>
            <a:r>
              <a:rPr lang="es-UY">
                <a:latin typeface="Bahnschrift SemiLight"/>
              </a:rPr>
              <a:t>Manejar </a:t>
            </a:r>
            <a:r>
              <a:rPr lang="es-UY" b="1">
                <a:latin typeface="Bahnschrift SemiLight"/>
              </a:rPr>
              <a:t>miles o millones de palabras.</a:t>
            </a:r>
          </a:p>
          <a:p>
            <a:r>
              <a:rPr lang="es-UY">
                <a:latin typeface="Bahnschrift SemiLight"/>
              </a:rPr>
              <a:t>Usar memoria de forma eficiente.</a:t>
            </a:r>
            <a:endParaRPr lang="es-UY" dirty="0">
              <a:latin typeface="Bahnschrift SemiLight"/>
            </a:endParaRPr>
          </a:p>
          <a:p>
            <a:pPr marL="0" indent="0">
              <a:buNone/>
            </a:pPr>
            <a:endParaRPr lang="es-UY" dirty="0">
              <a:latin typeface="Bahnschrift SemiLight"/>
            </a:endParaRPr>
          </a:p>
          <a:p>
            <a:pPr marL="0" indent="0">
              <a:buNone/>
            </a:pPr>
            <a:endParaRPr lang="es-UY" dirty="0">
              <a:latin typeface="Bahnschrift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15707517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23F70-9476-AAD6-7C28-7AA0BA94E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1F1009AA-52B8-D7F6-9919-A54980977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 dirty="0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Caso de Estudio -dificultad con </a:t>
            </a:r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estructuras clásicas</a:t>
            </a: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ea typeface="Calibri"/>
              <a:cs typeface="Calibri"/>
            </a:endParaRPr>
          </a:p>
        </p:txBody>
      </p:sp>
      <p:sp>
        <p:nvSpPr>
          <p:cNvPr id="5" name="Marcador de contenido 3">
            <a:extLst>
              <a:ext uri="{FF2B5EF4-FFF2-40B4-BE49-F238E27FC236}">
                <a16:creationId xmlns:a16="http://schemas.microsoft.com/office/drawing/2014/main" id="{69A009E1-2B2F-C904-A80B-B4C7A7768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553" y="1617839"/>
            <a:ext cx="9739312" cy="3625014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s-UY">
                <a:latin typeface="Bahnschrift SemiLight"/>
              </a:rPr>
              <a:t>Supongamos que guardamos las palabras en:</a:t>
            </a:r>
            <a:endParaRPr lang="es-UY" dirty="0"/>
          </a:p>
          <a:p>
            <a:pPr marL="457200" indent="-457200"/>
            <a:r>
              <a:rPr lang="es-UY" b="1" dirty="0">
                <a:latin typeface="Bahnschrift SemiLight"/>
              </a:rPr>
              <a:t>Arreglo</a:t>
            </a:r>
            <a:r>
              <a:rPr lang="es-UY" dirty="0">
                <a:latin typeface="Bahnschrift SemiLight"/>
              </a:rPr>
              <a:t>: buscar todas las palabras que empiezan con "</a:t>
            </a:r>
            <a:r>
              <a:rPr lang="es-UY" i="1" dirty="0">
                <a:latin typeface="Bahnschrift SemiLight"/>
              </a:rPr>
              <a:t>pro</a:t>
            </a:r>
            <a:r>
              <a:rPr lang="es-UY" dirty="0">
                <a:latin typeface="Bahnschrift SemiLight"/>
              </a:rPr>
              <a:t>" implica recorrer todo el arreglo y chequear prefijo ⇒ O(</a:t>
            </a:r>
            <a:r>
              <a:rPr lang="es-UY" dirty="0" err="1">
                <a:latin typeface="Bahnschrift SemiLight"/>
              </a:rPr>
              <a:t>n·k</a:t>
            </a:r>
            <a:r>
              <a:rPr lang="es-UY" dirty="0">
                <a:latin typeface="Bahnschrift SemiLight"/>
              </a:rPr>
              <a:t>) (n =palabras, k = longitud promedio).</a:t>
            </a:r>
            <a:endParaRPr lang="es-UY"/>
          </a:p>
          <a:p>
            <a:pPr marL="457200" indent="-457200"/>
            <a:r>
              <a:rPr lang="es-UY" b="1" dirty="0">
                <a:latin typeface="Bahnschrift SemiLight"/>
              </a:rPr>
              <a:t>Árbol binario de búsqueda</a:t>
            </a:r>
            <a:r>
              <a:rPr lang="es-UY" dirty="0">
                <a:latin typeface="Bahnschrift SemiLight"/>
              </a:rPr>
              <a:t>: mejora las búsquedas de igualdad, pero no resuelve </a:t>
            </a:r>
            <a:r>
              <a:rPr lang="es-UY">
                <a:latin typeface="Bahnschrift SemiLight"/>
              </a:rPr>
              <a:t>de forma directa las búsquedas por prefijo.</a:t>
            </a:r>
          </a:p>
          <a:p>
            <a:pPr marL="457200" indent="-457200"/>
            <a:r>
              <a:rPr lang="es-UY">
                <a:latin typeface="Bahnschrift SemiLight"/>
              </a:rPr>
              <a:t>Esto es costoso y poco escalable.</a:t>
            </a:r>
            <a:endParaRPr lang="es-UY"/>
          </a:p>
          <a:p>
            <a:pPr marL="0" indent="0">
              <a:buNone/>
            </a:pPr>
            <a:endParaRPr lang="es-UY" dirty="0">
              <a:latin typeface="Bahnschrift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39008077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46D3A-49E2-05B6-3E41-DD5EC8034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B990C60E-4122-5F64-834E-09836FC04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Caso de Estudio - Tries</a:t>
            </a: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5" name="Marcador de contenido 3">
            <a:extLst>
              <a:ext uri="{FF2B5EF4-FFF2-40B4-BE49-F238E27FC236}">
                <a16:creationId xmlns:a16="http://schemas.microsoft.com/office/drawing/2014/main" id="{0263A1B7-15CE-963E-5F03-3D820F911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553" y="1617839"/>
            <a:ext cx="9739312" cy="3625014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s-UY" dirty="0">
                <a:latin typeface="Bahnschrift SemiLight"/>
              </a:rPr>
              <a:t>Aquí es donde aparece el </a:t>
            </a:r>
            <a:r>
              <a:rPr lang="es-UY" b="1" dirty="0">
                <a:latin typeface="Bahnschrift SemiLight"/>
              </a:rPr>
              <a:t>Trie (árbol de prefijos)</a:t>
            </a:r>
            <a:r>
              <a:rPr lang="es-UY" dirty="0">
                <a:latin typeface="Bahnschrift SemiLight"/>
              </a:rPr>
              <a:t>. Un Trie es un árbol especializado en almacenar cadenas de caracteres </a:t>
            </a:r>
            <a:r>
              <a:rPr lang="es-UY" b="1">
                <a:latin typeface="Bahnschrift SemiLight"/>
              </a:rPr>
              <a:t>compartiendo prefijos</a:t>
            </a:r>
            <a:r>
              <a:rPr lang="es-UY" b="1" dirty="0">
                <a:latin typeface="Bahnschrift SemiLight"/>
              </a:rPr>
              <a:t>.</a:t>
            </a:r>
          </a:p>
          <a:p>
            <a:pPr marL="457200" indent="-457200"/>
            <a:r>
              <a:rPr lang="es-UY">
                <a:latin typeface="Bahnschrift SemiLight"/>
              </a:rPr>
              <a:t>Cada nodo representa un carácter.</a:t>
            </a:r>
          </a:p>
          <a:p>
            <a:pPr marL="457200" indent="-457200"/>
            <a:r>
              <a:rPr lang="es-UY" dirty="0">
                <a:latin typeface="Bahnschrift SemiLight"/>
              </a:rPr>
              <a:t>Una ruta desde la raíz hasta un nodo marcado como “</a:t>
            </a:r>
            <a:r>
              <a:rPr lang="es-UY" i="1" dirty="0">
                <a:latin typeface="Bahnschrift SemiLight"/>
              </a:rPr>
              <a:t>fin de palabra</a:t>
            </a:r>
            <a:r>
              <a:rPr lang="es-UY" dirty="0">
                <a:latin typeface="Bahnschrift SemiLight"/>
              </a:rPr>
              <a:t>” representa una </a:t>
            </a:r>
            <a:r>
              <a:rPr lang="es-UY">
                <a:latin typeface="Bahnschrift SemiLight"/>
              </a:rPr>
              <a:t>palabra válida</a:t>
            </a:r>
            <a:r>
              <a:rPr lang="es-UY" dirty="0">
                <a:latin typeface="Bahnschrift SemiLight"/>
              </a:rPr>
              <a:t>.</a:t>
            </a:r>
            <a:endParaRPr lang="es-UY" dirty="0"/>
          </a:p>
          <a:p>
            <a:pPr marL="457200" indent="-457200"/>
            <a:r>
              <a:rPr lang="es-UY" dirty="0">
                <a:latin typeface="Bahnschrift SemiLight"/>
              </a:rPr>
              <a:t>El almacenamiento de prefijos compartidos ahorra memoria y permite búsquedas </a:t>
            </a:r>
            <a:r>
              <a:rPr lang="es-UY">
                <a:latin typeface="Bahnschrift SemiLight"/>
              </a:rPr>
              <a:t>de prefijos</a:t>
            </a:r>
            <a:r>
              <a:rPr lang="es-UY" dirty="0">
                <a:latin typeface="Bahnschrift SemiLight"/>
              </a:rPr>
              <a:t> en </a:t>
            </a:r>
            <a:r>
              <a:rPr lang="es-UY" b="1" dirty="0">
                <a:latin typeface="Bahnschrift SemiLight"/>
              </a:rPr>
              <a:t>O(k)</a:t>
            </a:r>
            <a:r>
              <a:rPr lang="es-UY" dirty="0">
                <a:latin typeface="Bahnschrift SemiLight"/>
              </a:rPr>
              <a:t>, siendo k la longitud del prefijo.</a:t>
            </a:r>
            <a:endParaRPr lang="es-UY" dirty="0"/>
          </a:p>
          <a:p>
            <a:pPr marL="0" indent="0">
              <a:buNone/>
            </a:pPr>
            <a:endParaRPr lang="es-UY" dirty="0">
              <a:latin typeface="Bahnschrift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1326680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4473F-6943-6C5D-4380-CE9725183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A1A529BC-31B1-0D70-9330-C1D1D7CFA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Tries</a:t>
            </a: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Marcador de contenido 3">
            <a:extLst>
              <a:ext uri="{FF2B5EF4-FFF2-40B4-BE49-F238E27FC236}">
                <a16:creationId xmlns:a16="http://schemas.microsoft.com/office/drawing/2014/main" id="{2D73742A-BE9D-5C66-A5EF-04D4D74197A6}"/>
              </a:ext>
            </a:extLst>
          </p:cNvPr>
          <p:cNvSpPr txBox="1">
            <a:spLocks/>
          </p:cNvSpPr>
          <p:nvPr/>
        </p:nvSpPr>
        <p:spPr>
          <a:xfrm>
            <a:off x="840553" y="1170164"/>
            <a:ext cx="9739312" cy="475848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s-UY" dirty="0">
                <a:latin typeface="Bahnschrift SemiLight"/>
              </a:rPr>
              <a:t>Sea </a:t>
            </a:r>
            <a:r>
              <a:rPr lang="es-UY" b="1" i="1" dirty="0">
                <a:latin typeface="Bahnschrift SemiLight"/>
              </a:rPr>
              <a:t>S</a:t>
            </a:r>
            <a:r>
              <a:rPr lang="es-UY" dirty="0">
                <a:latin typeface="Bahnschrift SemiLight"/>
              </a:rPr>
              <a:t> un conjunto de </a:t>
            </a:r>
            <a:r>
              <a:rPr lang="es-UY" b="1" i="1" dirty="0">
                <a:latin typeface="Bahnschrift SemiLight"/>
              </a:rPr>
              <a:t>s</a:t>
            </a:r>
            <a:r>
              <a:rPr lang="es-UY" dirty="0">
                <a:latin typeface="Bahnschrift SemiLight"/>
              </a:rPr>
              <a:t> strings del alfabeto </a:t>
            </a:r>
            <a:r>
              <a:rPr lang="es-UY" b="1" dirty="0">
                <a:latin typeface="Bahnschrift SemiLight"/>
              </a:rPr>
              <a:t>σ</a:t>
            </a:r>
            <a:r>
              <a:rPr lang="es-UY" dirty="0">
                <a:latin typeface="Bahnschrift SemiLight"/>
              </a:rPr>
              <a:t> tal que ninguna es prefijo de otra (en el conjunto). </a:t>
            </a:r>
            <a:endParaRPr lang="en-US"/>
          </a:p>
          <a:p>
            <a:pPr marL="457200" indent="-457200"/>
            <a:r>
              <a:rPr lang="es-UY" dirty="0">
                <a:latin typeface="Bahnschrift SemiLight"/>
              </a:rPr>
              <a:t>Un </a:t>
            </a:r>
            <a:r>
              <a:rPr lang="es-UY" b="1" dirty="0">
                <a:latin typeface="Bahnschrift SemiLight"/>
              </a:rPr>
              <a:t>trie estándar</a:t>
            </a:r>
            <a:r>
              <a:rPr lang="es-UY" dirty="0">
                <a:latin typeface="Bahnschrift SemiLight"/>
              </a:rPr>
              <a:t> para </a:t>
            </a:r>
            <a:r>
              <a:rPr lang="es-UY" b="1" i="1" dirty="0">
                <a:latin typeface="Bahnschrift SemiLight"/>
              </a:rPr>
              <a:t>S</a:t>
            </a:r>
            <a:r>
              <a:rPr lang="es-UY">
                <a:latin typeface="Bahnschrift SemiLight"/>
              </a:rPr>
              <a:t> es un árbol </a:t>
            </a:r>
            <a:r>
              <a:rPr lang="es-UY" b="1">
                <a:latin typeface="Bahnschrift SemiLight"/>
              </a:rPr>
              <a:t>ordenado </a:t>
            </a:r>
            <a:r>
              <a:rPr lang="es-UY" b="1" i="1">
                <a:latin typeface="Bahnschrift SemiLight"/>
              </a:rPr>
              <a:t>T</a:t>
            </a:r>
            <a:r>
              <a:rPr lang="es-UY" b="1" dirty="0">
                <a:latin typeface="Bahnschrift SemiLight"/>
              </a:rPr>
              <a:t> </a:t>
            </a:r>
            <a:r>
              <a:rPr lang="es-UY">
                <a:latin typeface="Bahnschrift SemiLight"/>
              </a:rPr>
              <a:t>que cumple: </a:t>
            </a:r>
            <a:endParaRPr lang="es-UY"/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s-UY" dirty="0">
                <a:latin typeface="Bahnschrift SemiLight"/>
              </a:rPr>
              <a:t>Cada nodo de </a:t>
            </a:r>
            <a:r>
              <a:rPr lang="es-UY" b="1" i="1" dirty="0">
                <a:latin typeface="Bahnschrift SemiLight"/>
              </a:rPr>
              <a:t>T</a:t>
            </a:r>
            <a:r>
              <a:rPr lang="es-UY" dirty="0">
                <a:latin typeface="Bahnschrift SemiLight"/>
              </a:rPr>
              <a:t>, excepto la raíz , tiene por etiqueta </a:t>
            </a:r>
            <a:r>
              <a:rPr lang="es-UY">
                <a:latin typeface="Bahnschrift SemiLight"/>
              </a:rPr>
              <a:t>un carácter</a:t>
            </a:r>
            <a:r>
              <a:rPr lang="es-UY" dirty="0">
                <a:latin typeface="Bahnschrift SemiLight"/>
              </a:rPr>
              <a:t> de </a:t>
            </a:r>
            <a:r>
              <a:rPr lang="es-UY" b="1" dirty="0">
                <a:latin typeface="Bahnschrift SemiLight"/>
              </a:rPr>
              <a:t>σ</a:t>
            </a:r>
            <a:r>
              <a:rPr lang="es-UY" dirty="0">
                <a:latin typeface="Bahnschrift SemiLight"/>
              </a:rPr>
              <a:t>.</a:t>
            </a:r>
            <a:endParaRPr lang="es-UY"/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s-UY" dirty="0">
                <a:latin typeface="Bahnschrift SemiLight"/>
              </a:rPr>
              <a:t>El orden de los hijos de un nodo interno de </a:t>
            </a:r>
            <a:r>
              <a:rPr lang="es-UY" b="1" i="1">
                <a:latin typeface="Bahnschrift SemiLight"/>
              </a:rPr>
              <a:t>T </a:t>
            </a:r>
            <a:r>
              <a:rPr lang="es-UY">
                <a:latin typeface="Bahnschrift SemiLight"/>
              </a:rPr>
              <a:t>está determinado por el orden canónico del alfabeto </a:t>
            </a:r>
            <a:r>
              <a:rPr lang="es-UY" b="1">
                <a:latin typeface="Bahnschrift SemiLight"/>
              </a:rPr>
              <a:t>σ</a:t>
            </a:r>
            <a:r>
              <a:rPr lang="es-UY" dirty="0">
                <a:latin typeface="Bahnschrift SemiLight"/>
              </a:rPr>
              <a:t>.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s-UY" b="1" i="1" dirty="0">
                <a:latin typeface="Bahnschrift SemiLight"/>
              </a:rPr>
              <a:t>T</a:t>
            </a:r>
            <a:r>
              <a:rPr lang="es-UY" dirty="0">
                <a:latin typeface="Bahnschrift SemiLight"/>
              </a:rPr>
              <a:t> tiene </a:t>
            </a:r>
            <a:r>
              <a:rPr lang="es-UY" b="1" i="1" dirty="0">
                <a:latin typeface="Bahnschrift SemiLight"/>
              </a:rPr>
              <a:t>s</a:t>
            </a:r>
            <a:r>
              <a:rPr lang="es-UY" dirty="0">
                <a:latin typeface="Bahnschrift SemiLight"/>
              </a:rPr>
              <a:t> nodos externos, cada uno asociado con una </a:t>
            </a:r>
            <a:r>
              <a:rPr lang="es-UY" dirty="0" err="1">
                <a:latin typeface="Bahnschrift SemiLight"/>
              </a:rPr>
              <a:t>string</a:t>
            </a:r>
            <a:r>
              <a:rPr lang="es-UY" dirty="0">
                <a:latin typeface="Bahnschrift SemiLight"/>
              </a:rPr>
              <a:t> de </a:t>
            </a:r>
            <a:r>
              <a:rPr lang="es-UY" b="1" i="1" dirty="0">
                <a:latin typeface="Bahnschrift SemiLight"/>
              </a:rPr>
              <a:t>S</a:t>
            </a:r>
            <a:r>
              <a:rPr lang="es-UY" dirty="0">
                <a:latin typeface="Bahnschrift SemiLight"/>
              </a:rPr>
              <a:t>, de forma tal que la concatenación de las etiquetas de los nodos en el camino desde la raíz hasta un nodo externo </a:t>
            </a:r>
            <a:r>
              <a:rPr lang="es-UY" b="1" i="1" dirty="0">
                <a:latin typeface="Bahnschrift SemiLight"/>
              </a:rPr>
              <a:t>v</a:t>
            </a:r>
            <a:r>
              <a:rPr lang="es-UY" dirty="0">
                <a:latin typeface="Bahnschrift SemiLight"/>
              </a:rPr>
              <a:t> de </a:t>
            </a:r>
            <a:r>
              <a:rPr lang="es-UY" b="1" i="1" dirty="0">
                <a:latin typeface="Bahnschrift SemiLight"/>
              </a:rPr>
              <a:t>T</a:t>
            </a:r>
            <a:r>
              <a:rPr lang="es-UY" dirty="0">
                <a:latin typeface="Bahnschrift SemiLight"/>
              </a:rPr>
              <a:t> produce la </a:t>
            </a:r>
            <a:r>
              <a:rPr lang="es-UY" dirty="0" err="1">
                <a:latin typeface="Bahnschrift SemiLight"/>
              </a:rPr>
              <a:t>string</a:t>
            </a:r>
            <a:r>
              <a:rPr lang="es-UY" dirty="0">
                <a:latin typeface="Bahnschrift SemiLight"/>
              </a:rPr>
              <a:t> asociada con </a:t>
            </a:r>
            <a:r>
              <a:rPr lang="es-UY" b="1" i="1" dirty="0">
                <a:latin typeface="Bahnschrift SemiLight"/>
              </a:rPr>
              <a:t>v</a:t>
            </a:r>
            <a:r>
              <a:rPr lang="es-UY" dirty="0">
                <a:latin typeface="Bahnschrift SemiLight"/>
              </a:rPr>
              <a:t>.</a:t>
            </a:r>
            <a:endParaRPr lang="es-UY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UY" dirty="0">
              <a:latin typeface="Bahnschrift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12824522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A44B0-26CA-5F74-5F47-42797EB0A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0FACAF07-F710-AC5C-A7A7-3CBA13BA1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Tries</a:t>
            </a: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Marcador de contenido 3">
            <a:extLst>
              <a:ext uri="{FF2B5EF4-FFF2-40B4-BE49-F238E27FC236}">
                <a16:creationId xmlns:a16="http://schemas.microsoft.com/office/drawing/2014/main" id="{CAAE5D21-9037-9644-6A80-3232A69F627C}"/>
              </a:ext>
            </a:extLst>
          </p:cNvPr>
          <p:cNvSpPr txBox="1">
            <a:spLocks/>
          </p:cNvSpPr>
          <p:nvPr/>
        </p:nvSpPr>
        <p:spPr>
          <a:xfrm>
            <a:off x="840553" y="1170164"/>
            <a:ext cx="9739312" cy="475848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Por lo tanto, un trie </a:t>
            </a:r>
            <a:r>
              <a:rPr lang="es-UY" b="1" i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T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 representa las </a:t>
            </a:r>
            <a:r>
              <a:rPr lang="es-UY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strings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 de </a:t>
            </a:r>
            <a:r>
              <a:rPr lang="es-UY" b="1" i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 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con caminos desde la raíz hasta los nodos externos de </a:t>
            </a:r>
            <a:r>
              <a:rPr lang="es-UY" b="1" i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T</a:t>
            </a:r>
          </a:p>
          <a:p>
            <a:pPr marL="457200" indent="-457200"/>
            <a:r>
              <a:rPr lang="es-UY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Enfoque adecuado cuando se realiza una serie de consultas sobre un texto fijo.</a:t>
            </a:r>
          </a:p>
          <a:p>
            <a:pPr marL="457200" indent="-457200"/>
            <a:r>
              <a:rPr lang="es-UY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Estructura apropiada para almacenar cadenas para soportar </a:t>
            </a:r>
            <a:r>
              <a:rPr lang="es-UY" b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comparación de patrones</a:t>
            </a:r>
            <a:r>
              <a:rPr lang="es-UY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 rápida (proporcional al tamaño del patrón).</a:t>
            </a:r>
            <a:endParaRPr lang="es-UY" dirty="0"/>
          </a:p>
          <a:p>
            <a:pPr marL="457200" indent="-457200"/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En una aplicación de recuperación de la información,(ej.: secuencia de ADN en una base de datos genómica), la entrada es una colección </a:t>
            </a:r>
            <a:r>
              <a:rPr lang="es-UY" b="1" i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 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de </a:t>
            </a:r>
            <a:r>
              <a:rPr lang="es-UY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strings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, definidas mediante un alfabeto determinado.</a:t>
            </a:r>
          </a:p>
          <a:p>
            <a:pPr marL="457200" indent="-457200"/>
            <a:endParaRPr lang="es-UY" dirty="0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pPr marL="457200" indent="-457200"/>
            <a:endParaRPr lang="es-UY" dirty="0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pPr marL="457200" indent="-457200"/>
            <a:endParaRPr lang="es-UY" dirty="0">
              <a:latin typeface="Bahnschrift SemiLight"/>
              <a:ea typeface="Calibri"/>
              <a:cs typeface="Calibr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UY" dirty="0">
              <a:latin typeface="Bahnschrift SemiLigh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1032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A149B-B841-C47B-88D3-A5B1D3250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CA81616A-60A7-980E-457F-54AAFB952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Búsqueda – tries como bosques</a:t>
            </a:r>
          </a:p>
          <a:p>
            <a:endParaRPr lang="es-ES" b="1" dirty="0">
              <a:solidFill>
                <a:srgbClr val="000000"/>
              </a:solidFill>
              <a:latin typeface="Bahnschrif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"/>
              <a:ea typeface="Calibri"/>
              <a:cs typeface="Calibri"/>
            </a:endParaRPr>
          </a:p>
        </p:txBody>
      </p:sp>
      <p:grpSp>
        <p:nvGrpSpPr>
          <p:cNvPr id="2" name="Google Shape;367;p21">
            <a:extLst>
              <a:ext uri="{FF2B5EF4-FFF2-40B4-BE49-F238E27FC236}">
                <a16:creationId xmlns:a16="http://schemas.microsoft.com/office/drawing/2014/main" id="{2F616690-F161-D269-96EB-49006784B90E}"/>
              </a:ext>
            </a:extLst>
          </p:cNvPr>
          <p:cNvGrpSpPr/>
          <p:nvPr/>
        </p:nvGrpSpPr>
        <p:grpSpPr>
          <a:xfrm>
            <a:off x="1981200" y="1227495"/>
            <a:ext cx="8229613" cy="3830820"/>
            <a:chOff x="304800" y="1287692"/>
            <a:chExt cx="5361169" cy="2583433"/>
          </a:xfrm>
        </p:grpSpPr>
        <p:sp>
          <p:nvSpPr>
            <p:cNvPr id="4" name="Google Shape;368;p21">
              <a:extLst>
                <a:ext uri="{FF2B5EF4-FFF2-40B4-BE49-F238E27FC236}">
                  <a16:creationId xmlns:a16="http://schemas.microsoft.com/office/drawing/2014/main" id="{CCE162AE-6BD2-F354-B39F-B77386A805B4}"/>
                </a:ext>
              </a:extLst>
            </p:cNvPr>
            <p:cNvSpPr/>
            <p:nvPr/>
          </p:nvSpPr>
          <p:spPr>
            <a:xfrm>
              <a:off x="1739900" y="1359700"/>
              <a:ext cx="227013" cy="223838"/>
            </a:xfrm>
            <a:prstGeom prst="ellipse">
              <a:avLst/>
            </a:prstGeom>
            <a:gradFill>
              <a:gsLst>
                <a:gs pos="0">
                  <a:srgbClr val="DADADA"/>
                </a:gs>
                <a:gs pos="100000">
                  <a:srgbClr val="E2E2E2"/>
                </a:gs>
              </a:gsLst>
              <a:lin ang="5400000" scaled="0"/>
            </a:gra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Bahnschrift Light"/>
                <a:sym typeface="Arial"/>
              </a:endParaRPr>
            </a:p>
          </p:txBody>
        </p:sp>
        <p:sp>
          <p:nvSpPr>
            <p:cNvPr id="5" name="Google Shape;369;p21">
              <a:extLst>
                <a:ext uri="{FF2B5EF4-FFF2-40B4-BE49-F238E27FC236}">
                  <a16:creationId xmlns:a16="http://schemas.microsoft.com/office/drawing/2014/main" id="{5175AF29-136A-1303-2273-E6BF3A7B0929}"/>
                </a:ext>
              </a:extLst>
            </p:cNvPr>
            <p:cNvSpPr/>
            <p:nvPr/>
          </p:nvSpPr>
          <p:spPr>
            <a:xfrm>
              <a:off x="1736725" y="1373531"/>
              <a:ext cx="255588" cy="194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8725" tIns="28575" rIns="58725" bIns="28575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>
                  <a:solidFill>
                    <a:schemeClr val="dk1"/>
                  </a:solidFill>
                  <a:latin typeface="Bahnschrift Light"/>
                  <a:ea typeface="Times New Roman"/>
                  <a:cs typeface="Times New Roman"/>
                  <a:sym typeface="Times New Roman"/>
                </a:rPr>
                <a:t>H</a:t>
              </a:r>
              <a:endParaRPr>
                <a:latin typeface="Bahnschrift Light"/>
              </a:endParaRPr>
            </a:p>
          </p:txBody>
        </p:sp>
        <p:sp>
          <p:nvSpPr>
            <p:cNvPr id="6" name="Google Shape;370;p21">
              <a:extLst>
                <a:ext uri="{FF2B5EF4-FFF2-40B4-BE49-F238E27FC236}">
                  <a16:creationId xmlns:a16="http://schemas.microsoft.com/office/drawing/2014/main" id="{4286B7F8-9D70-F470-A4C1-FDE619E6AB80}"/>
                </a:ext>
              </a:extLst>
            </p:cNvPr>
            <p:cNvSpPr/>
            <p:nvPr/>
          </p:nvSpPr>
          <p:spPr>
            <a:xfrm>
              <a:off x="307975" y="2569375"/>
              <a:ext cx="228600" cy="225425"/>
            </a:xfrm>
            <a:prstGeom prst="ellipse">
              <a:avLst/>
            </a:prstGeom>
            <a:gradFill>
              <a:gsLst>
                <a:gs pos="0">
                  <a:srgbClr val="DADADA"/>
                </a:gs>
                <a:gs pos="100000">
                  <a:srgbClr val="E2E2E2"/>
                </a:gs>
              </a:gsLst>
              <a:lin ang="5400000" scaled="0"/>
            </a:gra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Bahnschrift Light"/>
                <a:sym typeface="Arial"/>
              </a:endParaRPr>
            </a:p>
          </p:txBody>
        </p:sp>
        <p:sp>
          <p:nvSpPr>
            <p:cNvPr id="8" name="Google Shape;371;p21">
              <a:extLst>
                <a:ext uri="{FF2B5EF4-FFF2-40B4-BE49-F238E27FC236}">
                  <a16:creationId xmlns:a16="http://schemas.microsoft.com/office/drawing/2014/main" id="{8A1BE1B4-DC79-2AED-1F59-83FEB7DF3085}"/>
                </a:ext>
              </a:extLst>
            </p:cNvPr>
            <p:cNvSpPr/>
            <p:nvPr/>
          </p:nvSpPr>
          <p:spPr>
            <a:xfrm>
              <a:off x="304800" y="2584794"/>
              <a:ext cx="255588" cy="194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8725" tIns="28575" rIns="58725" bIns="28575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>
                  <a:solidFill>
                    <a:schemeClr val="dk1"/>
                  </a:solidFill>
                  <a:latin typeface="Bahnschrift Light"/>
                  <a:ea typeface="Times New Roman"/>
                  <a:cs typeface="Times New Roman"/>
                  <a:sym typeface="Times New Roman"/>
                </a:rPr>
                <a:t>D</a:t>
              </a:r>
              <a:endParaRPr>
                <a:latin typeface="Bahnschrift Light"/>
              </a:endParaRPr>
            </a:p>
          </p:txBody>
        </p:sp>
        <p:sp>
          <p:nvSpPr>
            <p:cNvPr id="9" name="Google Shape;372;p21">
              <a:extLst>
                <a:ext uri="{FF2B5EF4-FFF2-40B4-BE49-F238E27FC236}">
                  <a16:creationId xmlns:a16="http://schemas.microsoft.com/office/drawing/2014/main" id="{6B75E476-7AFC-5BBE-EB92-F8F2E8549BE8}"/>
                </a:ext>
              </a:extLst>
            </p:cNvPr>
            <p:cNvSpPr/>
            <p:nvPr/>
          </p:nvSpPr>
          <p:spPr>
            <a:xfrm>
              <a:off x="744538" y="1950250"/>
              <a:ext cx="228600" cy="223838"/>
            </a:xfrm>
            <a:prstGeom prst="ellipse">
              <a:avLst/>
            </a:prstGeom>
            <a:gradFill>
              <a:gsLst>
                <a:gs pos="0">
                  <a:srgbClr val="DADADA"/>
                </a:gs>
                <a:gs pos="100000">
                  <a:srgbClr val="E2E2E2"/>
                </a:gs>
              </a:gsLst>
              <a:lin ang="5400000" scaled="0"/>
            </a:gra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Bahnschrift Light"/>
                <a:sym typeface="Arial"/>
              </a:endParaRPr>
            </a:p>
          </p:txBody>
        </p:sp>
        <p:sp>
          <p:nvSpPr>
            <p:cNvPr id="10" name="Google Shape;373;p21">
              <a:extLst>
                <a:ext uri="{FF2B5EF4-FFF2-40B4-BE49-F238E27FC236}">
                  <a16:creationId xmlns:a16="http://schemas.microsoft.com/office/drawing/2014/main" id="{24F7DE30-3480-D256-DCA6-A5FEE8AABD9F}"/>
                </a:ext>
              </a:extLst>
            </p:cNvPr>
            <p:cNvSpPr/>
            <p:nvPr/>
          </p:nvSpPr>
          <p:spPr>
            <a:xfrm>
              <a:off x="741363" y="1964082"/>
              <a:ext cx="255588" cy="194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8725" tIns="28575" rIns="58725" bIns="28575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>
                  <a:solidFill>
                    <a:schemeClr val="dk1"/>
                  </a:solidFill>
                  <a:latin typeface="Bahnschrift Light"/>
                  <a:ea typeface="Times New Roman"/>
                  <a:cs typeface="Times New Roman"/>
                  <a:sym typeface="Times New Roman"/>
                </a:rPr>
                <a:t>A</a:t>
              </a:r>
              <a:endParaRPr>
                <a:latin typeface="Bahnschrift Light"/>
              </a:endParaRPr>
            </a:p>
          </p:txBody>
        </p:sp>
        <p:cxnSp>
          <p:nvCxnSpPr>
            <p:cNvPr id="11" name="Google Shape;374;p21">
              <a:extLst>
                <a:ext uri="{FF2B5EF4-FFF2-40B4-BE49-F238E27FC236}">
                  <a16:creationId xmlns:a16="http://schemas.microsoft.com/office/drawing/2014/main" id="{52D3CB36-B642-D679-4E8E-0E6CAE6CB630}"/>
                </a:ext>
              </a:extLst>
            </p:cNvPr>
            <p:cNvCxnSpPr/>
            <p:nvPr/>
          </p:nvCxnSpPr>
          <p:spPr>
            <a:xfrm flipH="1">
              <a:off x="450850" y="2148688"/>
              <a:ext cx="304800" cy="392113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" name="Google Shape;375;p21">
              <a:extLst>
                <a:ext uri="{FF2B5EF4-FFF2-40B4-BE49-F238E27FC236}">
                  <a16:creationId xmlns:a16="http://schemas.microsoft.com/office/drawing/2014/main" id="{D9AB354D-EF8E-D686-E20F-8AE54706E16B}"/>
                </a:ext>
              </a:extLst>
            </p:cNvPr>
            <p:cNvCxnSpPr/>
            <p:nvPr/>
          </p:nvCxnSpPr>
          <p:spPr>
            <a:xfrm flipH="1">
              <a:off x="938213" y="1545438"/>
              <a:ext cx="812800" cy="44608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3" name="Google Shape;376;p21">
              <a:extLst>
                <a:ext uri="{FF2B5EF4-FFF2-40B4-BE49-F238E27FC236}">
                  <a16:creationId xmlns:a16="http://schemas.microsoft.com/office/drawing/2014/main" id="{47310345-F672-A836-3967-9398C6D52C65}"/>
                </a:ext>
              </a:extLst>
            </p:cNvPr>
            <p:cNvSpPr/>
            <p:nvPr/>
          </p:nvSpPr>
          <p:spPr>
            <a:xfrm>
              <a:off x="3200400" y="2569375"/>
              <a:ext cx="228600" cy="225425"/>
            </a:xfrm>
            <a:prstGeom prst="ellipse">
              <a:avLst/>
            </a:prstGeom>
            <a:gradFill>
              <a:gsLst>
                <a:gs pos="0">
                  <a:srgbClr val="DADADA"/>
                </a:gs>
                <a:gs pos="100000">
                  <a:srgbClr val="E2E2E2"/>
                </a:gs>
              </a:gsLst>
              <a:lin ang="5400000" scaled="0"/>
            </a:gra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Bahnschrift Light"/>
                <a:sym typeface="Arial"/>
              </a:endParaRPr>
            </a:p>
          </p:txBody>
        </p:sp>
        <p:sp>
          <p:nvSpPr>
            <p:cNvPr id="14" name="Google Shape;377;p21">
              <a:extLst>
                <a:ext uri="{FF2B5EF4-FFF2-40B4-BE49-F238E27FC236}">
                  <a16:creationId xmlns:a16="http://schemas.microsoft.com/office/drawing/2014/main" id="{CA520351-E19D-3359-FE48-3CFA7B68F0B4}"/>
                </a:ext>
              </a:extLst>
            </p:cNvPr>
            <p:cNvSpPr/>
            <p:nvPr/>
          </p:nvSpPr>
          <p:spPr>
            <a:xfrm flipH="1">
              <a:off x="3205604" y="2592805"/>
              <a:ext cx="223838" cy="194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8725" tIns="28575" rIns="58725" bIns="28575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>
                  <a:solidFill>
                    <a:schemeClr val="dk1"/>
                  </a:solidFill>
                  <a:latin typeface="Bahnschrift Light"/>
                  <a:ea typeface="Times New Roman"/>
                  <a:cs typeface="Times New Roman"/>
                  <a:sym typeface="Times New Roman"/>
                </a:rPr>
                <a:t>S</a:t>
              </a:r>
              <a:endParaRPr>
                <a:latin typeface="Bahnschrift Light"/>
              </a:endParaRPr>
            </a:p>
          </p:txBody>
        </p:sp>
        <p:sp>
          <p:nvSpPr>
            <p:cNvPr id="15" name="Google Shape;378;p21">
              <a:extLst>
                <a:ext uri="{FF2B5EF4-FFF2-40B4-BE49-F238E27FC236}">
                  <a16:creationId xmlns:a16="http://schemas.microsoft.com/office/drawing/2014/main" id="{31C7B834-004E-1C0D-0E37-A352595868E8}"/>
                </a:ext>
              </a:extLst>
            </p:cNvPr>
            <p:cNvSpPr/>
            <p:nvPr/>
          </p:nvSpPr>
          <p:spPr>
            <a:xfrm>
              <a:off x="2763838" y="1950250"/>
              <a:ext cx="228600" cy="223838"/>
            </a:xfrm>
            <a:prstGeom prst="ellipse">
              <a:avLst/>
            </a:prstGeom>
            <a:gradFill>
              <a:gsLst>
                <a:gs pos="0">
                  <a:srgbClr val="DADADA"/>
                </a:gs>
                <a:gs pos="100000">
                  <a:srgbClr val="E2E2E2"/>
                </a:gs>
              </a:gsLst>
              <a:lin ang="5400000" scaled="0"/>
            </a:gra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Bahnschrift Light"/>
                <a:sym typeface="Arial"/>
              </a:endParaRPr>
            </a:p>
          </p:txBody>
        </p:sp>
        <p:sp>
          <p:nvSpPr>
            <p:cNvPr id="16" name="Google Shape;379;p21">
              <a:extLst>
                <a:ext uri="{FF2B5EF4-FFF2-40B4-BE49-F238E27FC236}">
                  <a16:creationId xmlns:a16="http://schemas.microsoft.com/office/drawing/2014/main" id="{14938CF8-C972-8AEC-8B99-F3F7BD12E160}"/>
                </a:ext>
              </a:extLst>
            </p:cNvPr>
            <p:cNvSpPr/>
            <p:nvPr/>
          </p:nvSpPr>
          <p:spPr>
            <a:xfrm flipH="1">
              <a:off x="2806272" y="1972093"/>
              <a:ext cx="180975" cy="194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8725" tIns="28575" rIns="58725" bIns="28575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>
                  <a:solidFill>
                    <a:schemeClr val="dk1"/>
                  </a:solidFill>
                  <a:latin typeface="Bahnschrift Light"/>
                  <a:ea typeface="Times New Roman"/>
                  <a:cs typeface="Times New Roman"/>
                  <a:sym typeface="Times New Roman"/>
                </a:rPr>
                <a:t>I</a:t>
              </a:r>
              <a:endParaRPr>
                <a:latin typeface="Bahnschrift Light"/>
              </a:endParaRPr>
            </a:p>
          </p:txBody>
        </p:sp>
        <p:sp>
          <p:nvSpPr>
            <p:cNvPr id="17" name="Google Shape;380;p21">
              <a:extLst>
                <a:ext uri="{FF2B5EF4-FFF2-40B4-BE49-F238E27FC236}">
                  <a16:creationId xmlns:a16="http://schemas.microsoft.com/office/drawing/2014/main" id="{9DAEE481-CF69-95ED-9D53-9AB5E30837D1}"/>
                </a:ext>
              </a:extLst>
            </p:cNvPr>
            <p:cNvSpPr/>
            <p:nvPr/>
          </p:nvSpPr>
          <p:spPr>
            <a:xfrm>
              <a:off x="1162050" y="2569375"/>
              <a:ext cx="228600" cy="225425"/>
            </a:xfrm>
            <a:prstGeom prst="ellipse">
              <a:avLst/>
            </a:prstGeom>
            <a:gradFill>
              <a:gsLst>
                <a:gs pos="0">
                  <a:srgbClr val="DADADA"/>
                </a:gs>
                <a:gs pos="100000">
                  <a:srgbClr val="E2E2E2"/>
                </a:gs>
              </a:gsLst>
              <a:lin ang="5400000" scaled="0"/>
            </a:gra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Bahnschrift Light"/>
                <a:sym typeface="Arial"/>
              </a:endParaRPr>
            </a:p>
          </p:txBody>
        </p:sp>
        <p:sp>
          <p:nvSpPr>
            <p:cNvPr id="18" name="Google Shape;381;p21">
              <a:extLst>
                <a:ext uri="{FF2B5EF4-FFF2-40B4-BE49-F238E27FC236}">
                  <a16:creationId xmlns:a16="http://schemas.microsoft.com/office/drawing/2014/main" id="{3A8ED752-16D5-8E70-0DA8-4AB4D6200EDF}"/>
                </a:ext>
              </a:extLst>
            </p:cNvPr>
            <p:cNvSpPr/>
            <p:nvPr/>
          </p:nvSpPr>
          <p:spPr>
            <a:xfrm>
              <a:off x="1158875" y="2584794"/>
              <a:ext cx="255588" cy="194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8725" tIns="28575" rIns="58725" bIns="28575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>
                  <a:solidFill>
                    <a:schemeClr val="dk1"/>
                  </a:solidFill>
                  <a:latin typeface="Bahnschrift Light"/>
                  <a:ea typeface="Times New Roman"/>
                  <a:cs typeface="Times New Roman"/>
                  <a:sym typeface="Times New Roman"/>
                </a:rPr>
                <a:t>V</a:t>
              </a:r>
              <a:endParaRPr>
                <a:latin typeface="Bahnschrift Light"/>
              </a:endParaRPr>
            </a:p>
          </p:txBody>
        </p:sp>
        <p:sp>
          <p:nvSpPr>
            <p:cNvPr id="19" name="Google Shape;382;p21">
              <a:extLst>
                <a:ext uri="{FF2B5EF4-FFF2-40B4-BE49-F238E27FC236}">
                  <a16:creationId xmlns:a16="http://schemas.microsoft.com/office/drawing/2014/main" id="{673E46E4-4213-5AE8-81CB-43C16CFD6759}"/>
                </a:ext>
              </a:extLst>
            </p:cNvPr>
            <p:cNvSpPr/>
            <p:nvPr/>
          </p:nvSpPr>
          <p:spPr>
            <a:xfrm>
              <a:off x="3208338" y="3118650"/>
              <a:ext cx="228600" cy="223838"/>
            </a:xfrm>
            <a:prstGeom prst="ellipse">
              <a:avLst/>
            </a:prstGeom>
            <a:gradFill>
              <a:gsLst>
                <a:gs pos="0">
                  <a:srgbClr val="DADADA"/>
                </a:gs>
                <a:gs pos="100000">
                  <a:srgbClr val="E2E2E2"/>
                </a:gs>
              </a:gsLst>
              <a:lin ang="5400000" scaled="0"/>
            </a:gra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Bahnschrift Light"/>
                <a:sym typeface="Arial"/>
              </a:endParaRPr>
            </a:p>
          </p:txBody>
        </p:sp>
        <p:sp>
          <p:nvSpPr>
            <p:cNvPr id="20" name="Google Shape;383;p21">
              <a:extLst>
                <a:ext uri="{FF2B5EF4-FFF2-40B4-BE49-F238E27FC236}">
                  <a16:creationId xmlns:a16="http://schemas.microsoft.com/office/drawing/2014/main" id="{3CD997FD-7E36-46DE-8FD7-307A85E7FA10}"/>
                </a:ext>
              </a:extLst>
            </p:cNvPr>
            <p:cNvSpPr/>
            <p:nvPr/>
          </p:nvSpPr>
          <p:spPr>
            <a:xfrm>
              <a:off x="3227388" y="3134070"/>
              <a:ext cx="212725" cy="194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8725" tIns="28575" rIns="58725" bIns="28575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>
                  <a:solidFill>
                    <a:schemeClr val="dk1"/>
                  </a:solidFill>
                  <a:latin typeface="Bahnschrift Light"/>
                  <a:ea typeface="Times New Roman"/>
                  <a:cs typeface="Times New Roman"/>
                  <a:sym typeface="Times New Roman"/>
                </a:rPr>
                <a:t>*</a:t>
              </a:r>
              <a:endParaRPr>
                <a:latin typeface="Bahnschrift Light"/>
              </a:endParaRPr>
            </a:p>
          </p:txBody>
        </p:sp>
        <p:sp>
          <p:nvSpPr>
            <p:cNvPr id="21" name="Google Shape;384;p21">
              <a:extLst>
                <a:ext uri="{FF2B5EF4-FFF2-40B4-BE49-F238E27FC236}">
                  <a16:creationId xmlns:a16="http://schemas.microsoft.com/office/drawing/2014/main" id="{26C7C669-ED87-590B-1022-3091B8D90793}"/>
                </a:ext>
              </a:extLst>
            </p:cNvPr>
            <p:cNvSpPr/>
            <p:nvPr/>
          </p:nvSpPr>
          <p:spPr>
            <a:xfrm>
              <a:off x="2217738" y="3118650"/>
              <a:ext cx="228600" cy="223838"/>
            </a:xfrm>
            <a:prstGeom prst="ellipse">
              <a:avLst/>
            </a:prstGeom>
            <a:gradFill>
              <a:gsLst>
                <a:gs pos="0">
                  <a:srgbClr val="DADADA"/>
                </a:gs>
                <a:gs pos="100000">
                  <a:srgbClr val="E2E2E2"/>
                </a:gs>
              </a:gsLst>
              <a:lin ang="5400000" scaled="0"/>
            </a:gra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Bahnschrift Light"/>
                <a:sym typeface="Arial"/>
              </a:endParaRPr>
            </a:p>
          </p:txBody>
        </p:sp>
        <p:sp>
          <p:nvSpPr>
            <p:cNvPr id="22" name="Google Shape;385;p21">
              <a:extLst>
                <a:ext uri="{FF2B5EF4-FFF2-40B4-BE49-F238E27FC236}">
                  <a16:creationId xmlns:a16="http://schemas.microsoft.com/office/drawing/2014/main" id="{0B9E195E-7367-3981-9A04-B4F7C7EA484E}"/>
                </a:ext>
              </a:extLst>
            </p:cNvPr>
            <p:cNvSpPr/>
            <p:nvPr/>
          </p:nvSpPr>
          <p:spPr>
            <a:xfrm>
              <a:off x="2236788" y="3134070"/>
              <a:ext cx="212725" cy="194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8725" tIns="28575" rIns="58725" bIns="28575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>
                  <a:solidFill>
                    <a:schemeClr val="dk1"/>
                  </a:solidFill>
                  <a:latin typeface="Bahnschrift Light"/>
                  <a:ea typeface="Times New Roman"/>
                  <a:cs typeface="Times New Roman"/>
                  <a:sym typeface="Times New Roman"/>
                </a:rPr>
                <a:t>*</a:t>
              </a:r>
              <a:endParaRPr>
                <a:latin typeface="Bahnschrift Light"/>
              </a:endParaRPr>
            </a:p>
          </p:txBody>
        </p:sp>
        <p:sp>
          <p:nvSpPr>
            <p:cNvPr id="23" name="Google Shape;386;p21">
              <a:extLst>
                <a:ext uri="{FF2B5EF4-FFF2-40B4-BE49-F238E27FC236}">
                  <a16:creationId xmlns:a16="http://schemas.microsoft.com/office/drawing/2014/main" id="{9044D3BA-227F-4762-B1B0-599B1B81ED19}"/>
                </a:ext>
              </a:extLst>
            </p:cNvPr>
            <p:cNvSpPr/>
            <p:nvPr/>
          </p:nvSpPr>
          <p:spPr>
            <a:xfrm>
              <a:off x="1738313" y="2548738"/>
              <a:ext cx="228600" cy="225425"/>
            </a:xfrm>
            <a:prstGeom prst="ellipse">
              <a:avLst/>
            </a:prstGeom>
            <a:gradFill>
              <a:gsLst>
                <a:gs pos="0">
                  <a:srgbClr val="DADADA"/>
                </a:gs>
                <a:gs pos="100000">
                  <a:srgbClr val="E2E2E2"/>
                </a:gs>
              </a:gsLst>
              <a:lin ang="5400000" scaled="0"/>
            </a:gra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Bahnschrift Light"/>
                <a:sym typeface="Arial"/>
              </a:endParaRPr>
            </a:p>
          </p:txBody>
        </p:sp>
        <p:sp>
          <p:nvSpPr>
            <p:cNvPr id="24" name="Google Shape;387;p21">
              <a:extLst>
                <a:ext uri="{FF2B5EF4-FFF2-40B4-BE49-F238E27FC236}">
                  <a16:creationId xmlns:a16="http://schemas.microsoft.com/office/drawing/2014/main" id="{57DBBB04-E5D3-00A6-5E0D-970C0C835BA4}"/>
                </a:ext>
              </a:extLst>
            </p:cNvPr>
            <p:cNvSpPr/>
            <p:nvPr/>
          </p:nvSpPr>
          <p:spPr>
            <a:xfrm>
              <a:off x="1757363" y="2565744"/>
              <a:ext cx="212725" cy="194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8725" tIns="28575" rIns="58725" bIns="28575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>
                  <a:solidFill>
                    <a:schemeClr val="dk1"/>
                  </a:solidFill>
                  <a:latin typeface="Bahnschrift Light"/>
                  <a:ea typeface="Times New Roman"/>
                  <a:cs typeface="Times New Roman"/>
                  <a:sym typeface="Times New Roman"/>
                </a:rPr>
                <a:t>*</a:t>
              </a:r>
              <a:endParaRPr>
                <a:latin typeface="Bahnschrift Light"/>
              </a:endParaRPr>
            </a:p>
          </p:txBody>
        </p:sp>
        <p:sp>
          <p:nvSpPr>
            <p:cNvPr id="25" name="Google Shape;388;p21">
              <a:extLst>
                <a:ext uri="{FF2B5EF4-FFF2-40B4-BE49-F238E27FC236}">
                  <a16:creationId xmlns:a16="http://schemas.microsoft.com/office/drawing/2014/main" id="{0C0647D2-01ED-9676-7D5D-B3D44FF173AF}"/>
                </a:ext>
              </a:extLst>
            </p:cNvPr>
            <p:cNvSpPr/>
            <p:nvPr/>
          </p:nvSpPr>
          <p:spPr>
            <a:xfrm>
              <a:off x="2225675" y="2548738"/>
              <a:ext cx="228600" cy="225425"/>
            </a:xfrm>
            <a:prstGeom prst="ellipse">
              <a:avLst/>
            </a:prstGeom>
            <a:gradFill>
              <a:gsLst>
                <a:gs pos="0">
                  <a:srgbClr val="DADADA"/>
                </a:gs>
                <a:gs pos="100000">
                  <a:srgbClr val="E2E2E2"/>
                </a:gs>
              </a:gsLst>
              <a:lin ang="5400000" scaled="0"/>
            </a:gra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Bahnschrift Light"/>
                <a:sym typeface="Arial"/>
              </a:endParaRPr>
            </a:p>
          </p:txBody>
        </p:sp>
        <p:sp>
          <p:nvSpPr>
            <p:cNvPr id="26" name="Google Shape;389;p21">
              <a:extLst>
                <a:ext uri="{FF2B5EF4-FFF2-40B4-BE49-F238E27FC236}">
                  <a16:creationId xmlns:a16="http://schemas.microsoft.com/office/drawing/2014/main" id="{F13AD9E8-0D0B-5AE4-95E9-97F270C73484}"/>
                </a:ext>
              </a:extLst>
            </p:cNvPr>
            <p:cNvSpPr/>
            <p:nvPr/>
          </p:nvSpPr>
          <p:spPr>
            <a:xfrm>
              <a:off x="2228850" y="2565744"/>
              <a:ext cx="244475" cy="194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8725" tIns="28575" rIns="58725" bIns="28575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>
                  <a:solidFill>
                    <a:schemeClr val="dk1"/>
                  </a:solidFill>
                  <a:latin typeface="Bahnschrift Light"/>
                  <a:ea typeface="Times New Roman"/>
                  <a:cs typeface="Times New Roman"/>
                  <a:sym typeface="Times New Roman"/>
                </a:rPr>
                <a:t>R</a:t>
              </a:r>
              <a:endParaRPr>
                <a:latin typeface="Bahnschrift Light"/>
              </a:endParaRPr>
            </a:p>
          </p:txBody>
        </p:sp>
        <p:sp>
          <p:nvSpPr>
            <p:cNvPr id="27" name="Google Shape;390;p21">
              <a:extLst>
                <a:ext uri="{FF2B5EF4-FFF2-40B4-BE49-F238E27FC236}">
                  <a16:creationId xmlns:a16="http://schemas.microsoft.com/office/drawing/2014/main" id="{843DF675-CAB6-1230-F429-568D309879C5}"/>
                </a:ext>
              </a:extLst>
            </p:cNvPr>
            <p:cNvSpPr/>
            <p:nvPr/>
          </p:nvSpPr>
          <p:spPr>
            <a:xfrm>
              <a:off x="1738313" y="1959775"/>
              <a:ext cx="228600" cy="225425"/>
            </a:xfrm>
            <a:prstGeom prst="ellipse">
              <a:avLst/>
            </a:prstGeom>
            <a:gradFill>
              <a:gsLst>
                <a:gs pos="0">
                  <a:srgbClr val="DADADA"/>
                </a:gs>
                <a:gs pos="100000">
                  <a:srgbClr val="E2E2E2"/>
                </a:gs>
              </a:gsLst>
              <a:lin ang="5400000" scaled="0"/>
            </a:gra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Bahnschrift Light"/>
                <a:sym typeface="Arial"/>
              </a:endParaRPr>
            </a:p>
          </p:txBody>
        </p:sp>
        <p:sp>
          <p:nvSpPr>
            <p:cNvPr id="28" name="Google Shape;391;p21">
              <a:extLst>
                <a:ext uri="{FF2B5EF4-FFF2-40B4-BE49-F238E27FC236}">
                  <a16:creationId xmlns:a16="http://schemas.microsoft.com/office/drawing/2014/main" id="{E7692590-79AA-5F35-E829-0653C389684A}"/>
                </a:ext>
              </a:extLst>
            </p:cNvPr>
            <p:cNvSpPr/>
            <p:nvPr/>
          </p:nvSpPr>
          <p:spPr>
            <a:xfrm>
              <a:off x="1746250" y="1975194"/>
              <a:ext cx="233363" cy="194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8725" tIns="28575" rIns="58725" bIns="28575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>
                  <a:solidFill>
                    <a:schemeClr val="dk1"/>
                  </a:solidFill>
                  <a:latin typeface="Bahnschrift Light"/>
                  <a:ea typeface="Times New Roman"/>
                  <a:cs typeface="Times New Roman"/>
                  <a:sym typeface="Times New Roman"/>
                </a:rPr>
                <a:t>E</a:t>
              </a:r>
              <a:endParaRPr>
                <a:latin typeface="Bahnschrift Light"/>
              </a:endParaRPr>
            </a:p>
          </p:txBody>
        </p:sp>
        <p:sp>
          <p:nvSpPr>
            <p:cNvPr id="29" name="Google Shape;392;p21">
              <a:extLst>
                <a:ext uri="{FF2B5EF4-FFF2-40B4-BE49-F238E27FC236}">
                  <a16:creationId xmlns:a16="http://schemas.microsoft.com/office/drawing/2014/main" id="{023DA758-5B33-07CD-06C7-1CB6F5DB5920}"/>
                </a:ext>
              </a:extLst>
            </p:cNvPr>
            <p:cNvSpPr/>
            <p:nvPr/>
          </p:nvSpPr>
          <p:spPr>
            <a:xfrm>
              <a:off x="1162050" y="3098013"/>
              <a:ext cx="228600" cy="223838"/>
            </a:xfrm>
            <a:prstGeom prst="ellipse">
              <a:avLst/>
            </a:prstGeom>
            <a:gradFill>
              <a:gsLst>
                <a:gs pos="0">
                  <a:srgbClr val="DADADA"/>
                </a:gs>
                <a:gs pos="100000">
                  <a:srgbClr val="E2E2E2"/>
                </a:gs>
              </a:gsLst>
              <a:lin ang="5400000" scaled="0"/>
            </a:gra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Bahnschrift Light"/>
                <a:sym typeface="Arial"/>
              </a:endParaRPr>
            </a:p>
          </p:txBody>
        </p:sp>
        <p:sp>
          <p:nvSpPr>
            <p:cNvPr id="30" name="Google Shape;393;p21">
              <a:extLst>
                <a:ext uri="{FF2B5EF4-FFF2-40B4-BE49-F238E27FC236}">
                  <a16:creationId xmlns:a16="http://schemas.microsoft.com/office/drawing/2014/main" id="{743682E2-106B-37E9-FF66-21A64034A29A}"/>
                </a:ext>
              </a:extLst>
            </p:cNvPr>
            <p:cNvSpPr/>
            <p:nvPr/>
          </p:nvSpPr>
          <p:spPr>
            <a:xfrm>
              <a:off x="1169988" y="3113432"/>
              <a:ext cx="233363" cy="194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8725" tIns="28575" rIns="58725" bIns="28575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>
                  <a:solidFill>
                    <a:schemeClr val="dk1"/>
                  </a:solidFill>
                  <a:latin typeface="Bahnschrift Light"/>
                  <a:ea typeface="Times New Roman"/>
                  <a:cs typeface="Times New Roman"/>
                  <a:sym typeface="Times New Roman"/>
                </a:rPr>
                <a:t>E</a:t>
              </a:r>
              <a:endParaRPr>
                <a:latin typeface="Bahnschrift Light"/>
              </a:endParaRPr>
            </a:p>
          </p:txBody>
        </p:sp>
        <p:sp>
          <p:nvSpPr>
            <p:cNvPr id="31" name="Google Shape;394;p21">
              <a:extLst>
                <a:ext uri="{FF2B5EF4-FFF2-40B4-BE49-F238E27FC236}">
                  <a16:creationId xmlns:a16="http://schemas.microsoft.com/office/drawing/2014/main" id="{2468DEBD-D1D1-47FA-B80B-8F8D8B86FE41}"/>
                </a:ext>
              </a:extLst>
            </p:cNvPr>
            <p:cNvSpPr/>
            <p:nvPr/>
          </p:nvSpPr>
          <p:spPr>
            <a:xfrm>
              <a:off x="1162050" y="3645700"/>
              <a:ext cx="228600" cy="225425"/>
            </a:xfrm>
            <a:prstGeom prst="ellipse">
              <a:avLst/>
            </a:prstGeom>
            <a:gradFill>
              <a:gsLst>
                <a:gs pos="0">
                  <a:srgbClr val="DADADA"/>
                </a:gs>
                <a:gs pos="100000">
                  <a:srgbClr val="E2E2E2"/>
                </a:gs>
              </a:gsLst>
              <a:lin ang="5400000" scaled="0"/>
            </a:gra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Bahnschrift Light"/>
                <a:sym typeface="Arial"/>
              </a:endParaRPr>
            </a:p>
          </p:txBody>
        </p:sp>
        <p:sp>
          <p:nvSpPr>
            <p:cNvPr id="32" name="Google Shape;395;p21">
              <a:extLst>
                <a:ext uri="{FF2B5EF4-FFF2-40B4-BE49-F238E27FC236}">
                  <a16:creationId xmlns:a16="http://schemas.microsoft.com/office/drawing/2014/main" id="{751D062F-828F-F542-844C-F82DBE61D089}"/>
                </a:ext>
              </a:extLst>
            </p:cNvPr>
            <p:cNvSpPr/>
            <p:nvPr/>
          </p:nvSpPr>
          <p:spPr>
            <a:xfrm>
              <a:off x="1181100" y="3662706"/>
              <a:ext cx="212725" cy="194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8725" tIns="28575" rIns="58725" bIns="28575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>
                  <a:solidFill>
                    <a:schemeClr val="dk1"/>
                  </a:solidFill>
                  <a:latin typeface="Bahnschrift Light"/>
                  <a:ea typeface="Times New Roman"/>
                  <a:cs typeface="Times New Roman"/>
                  <a:sym typeface="Times New Roman"/>
                </a:rPr>
                <a:t>*</a:t>
              </a:r>
              <a:endParaRPr>
                <a:latin typeface="Bahnschrift Light"/>
              </a:endParaRPr>
            </a:p>
          </p:txBody>
        </p:sp>
        <p:sp>
          <p:nvSpPr>
            <p:cNvPr id="33" name="Google Shape;396;p21">
              <a:extLst>
                <a:ext uri="{FF2B5EF4-FFF2-40B4-BE49-F238E27FC236}">
                  <a16:creationId xmlns:a16="http://schemas.microsoft.com/office/drawing/2014/main" id="{A915FDA0-84D3-8324-6A9A-67A92D6E53B0}"/>
                </a:ext>
              </a:extLst>
            </p:cNvPr>
            <p:cNvSpPr/>
            <p:nvPr/>
          </p:nvSpPr>
          <p:spPr>
            <a:xfrm>
              <a:off x="307975" y="3098013"/>
              <a:ext cx="228600" cy="223838"/>
            </a:xfrm>
            <a:prstGeom prst="ellipse">
              <a:avLst/>
            </a:prstGeom>
            <a:gradFill>
              <a:gsLst>
                <a:gs pos="0">
                  <a:srgbClr val="DADADA"/>
                </a:gs>
                <a:gs pos="100000">
                  <a:srgbClr val="E2E2E2"/>
                </a:gs>
              </a:gsLst>
              <a:lin ang="5400000" scaled="0"/>
            </a:gra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Bahnschrift Light"/>
                <a:sym typeface="Arial"/>
              </a:endParaRPr>
            </a:p>
          </p:txBody>
        </p:sp>
        <p:sp>
          <p:nvSpPr>
            <p:cNvPr id="34" name="Google Shape;397;p21">
              <a:extLst>
                <a:ext uri="{FF2B5EF4-FFF2-40B4-BE49-F238E27FC236}">
                  <a16:creationId xmlns:a16="http://schemas.microsoft.com/office/drawing/2014/main" id="{DC7416A6-09A9-9490-BB1F-620E7E8B3D9D}"/>
                </a:ext>
              </a:extLst>
            </p:cNvPr>
            <p:cNvSpPr/>
            <p:nvPr/>
          </p:nvSpPr>
          <p:spPr>
            <a:xfrm>
              <a:off x="327025" y="3113431"/>
              <a:ext cx="212725" cy="194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8725" tIns="28575" rIns="58725" bIns="28575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>
                  <a:solidFill>
                    <a:schemeClr val="dk1"/>
                  </a:solidFill>
                  <a:latin typeface="Bahnschrift Light"/>
                  <a:ea typeface="Times New Roman"/>
                  <a:cs typeface="Times New Roman"/>
                  <a:sym typeface="Times New Roman"/>
                </a:rPr>
                <a:t>*</a:t>
              </a:r>
              <a:endParaRPr>
                <a:latin typeface="Bahnschrift Light"/>
              </a:endParaRPr>
            </a:p>
          </p:txBody>
        </p:sp>
        <p:cxnSp>
          <p:nvCxnSpPr>
            <p:cNvPr id="35" name="Google Shape;398;p21">
              <a:extLst>
                <a:ext uri="{FF2B5EF4-FFF2-40B4-BE49-F238E27FC236}">
                  <a16:creationId xmlns:a16="http://schemas.microsoft.com/office/drawing/2014/main" id="{5A46CCF4-E937-3BDA-2DD5-9E955A001377}"/>
                </a:ext>
              </a:extLst>
            </p:cNvPr>
            <p:cNvCxnSpPr/>
            <p:nvPr/>
          </p:nvCxnSpPr>
          <p:spPr>
            <a:xfrm>
              <a:off x="1947863" y="1554963"/>
              <a:ext cx="819150" cy="436563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" name="Google Shape;399;p21">
              <a:extLst>
                <a:ext uri="{FF2B5EF4-FFF2-40B4-BE49-F238E27FC236}">
                  <a16:creationId xmlns:a16="http://schemas.microsoft.com/office/drawing/2014/main" id="{02DB3371-F448-32D7-F3A7-F316744DFA13}"/>
                </a:ext>
              </a:extLst>
            </p:cNvPr>
            <p:cNvCxnSpPr/>
            <p:nvPr/>
          </p:nvCxnSpPr>
          <p:spPr>
            <a:xfrm>
              <a:off x="2949575" y="2148688"/>
              <a:ext cx="334963" cy="417513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" name="Google Shape;400;p21">
              <a:extLst>
                <a:ext uri="{FF2B5EF4-FFF2-40B4-BE49-F238E27FC236}">
                  <a16:creationId xmlns:a16="http://schemas.microsoft.com/office/drawing/2014/main" id="{8DC4FA40-DF74-E3BE-F0CF-8CF059E1BF39}"/>
                </a:ext>
              </a:extLst>
            </p:cNvPr>
            <p:cNvCxnSpPr/>
            <p:nvPr/>
          </p:nvCxnSpPr>
          <p:spPr>
            <a:xfrm>
              <a:off x="1852613" y="1566075"/>
              <a:ext cx="0" cy="365125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" name="Google Shape;401;p21">
              <a:extLst>
                <a:ext uri="{FF2B5EF4-FFF2-40B4-BE49-F238E27FC236}">
                  <a16:creationId xmlns:a16="http://schemas.microsoft.com/office/drawing/2014/main" id="{D6A29490-FB14-2454-EEAD-EFC144224528}"/>
                </a:ext>
              </a:extLst>
            </p:cNvPr>
            <p:cNvCxnSpPr/>
            <p:nvPr/>
          </p:nvCxnSpPr>
          <p:spPr>
            <a:xfrm>
              <a:off x="938213" y="2174088"/>
              <a:ext cx="304800" cy="366713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" name="Google Shape;402;p21">
              <a:extLst>
                <a:ext uri="{FF2B5EF4-FFF2-40B4-BE49-F238E27FC236}">
                  <a16:creationId xmlns:a16="http://schemas.microsoft.com/office/drawing/2014/main" id="{D9AE24EB-5FEE-77A6-47C6-FD2EF424F267}"/>
                </a:ext>
              </a:extLst>
            </p:cNvPr>
            <p:cNvCxnSpPr/>
            <p:nvPr/>
          </p:nvCxnSpPr>
          <p:spPr>
            <a:xfrm>
              <a:off x="414338" y="2804325"/>
              <a:ext cx="0" cy="284163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" name="Google Shape;403;p21">
              <a:extLst>
                <a:ext uri="{FF2B5EF4-FFF2-40B4-BE49-F238E27FC236}">
                  <a16:creationId xmlns:a16="http://schemas.microsoft.com/office/drawing/2014/main" id="{B8CF7324-E250-88EB-DA3C-586D29446F10}"/>
                </a:ext>
              </a:extLst>
            </p:cNvPr>
            <p:cNvCxnSpPr/>
            <p:nvPr/>
          </p:nvCxnSpPr>
          <p:spPr>
            <a:xfrm>
              <a:off x="1268413" y="2809088"/>
              <a:ext cx="0" cy="28575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" name="Google Shape;404;p21">
              <a:extLst>
                <a:ext uri="{FF2B5EF4-FFF2-40B4-BE49-F238E27FC236}">
                  <a16:creationId xmlns:a16="http://schemas.microsoft.com/office/drawing/2014/main" id="{4AF3C198-6131-17E0-9533-A511385B5DE8}"/>
                </a:ext>
              </a:extLst>
            </p:cNvPr>
            <p:cNvCxnSpPr/>
            <p:nvPr/>
          </p:nvCxnSpPr>
          <p:spPr>
            <a:xfrm>
              <a:off x="1273175" y="3337725"/>
              <a:ext cx="0" cy="295275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" name="Google Shape;405;p21">
              <a:extLst>
                <a:ext uri="{FF2B5EF4-FFF2-40B4-BE49-F238E27FC236}">
                  <a16:creationId xmlns:a16="http://schemas.microsoft.com/office/drawing/2014/main" id="{1D00750F-447B-95C3-C39A-819B979BC8EA}"/>
                </a:ext>
              </a:extLst>
            </p:cNvPr>
            <p:cNvCxnSpPr/>
            <p:nvPr/>
          </p:nvCxnSpPr>
          <p:spPr>
            <a:xfrm>
              <a:off x="1852613" y="2174088"/>
              <a:ext cx="0" cy="36195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3" name="Google Shape;406;p21">
              <a:extLst>
                <a:ext uri="{FF2B5EF4-FFF2-40B4-BE49-F238E27FC236}">
                  <a16:creationId xmlns:a16="http://schemas.microsoft.com/office/drawing/2014/main" id="{921BBACA-A83A-B3A7-8570-3E66955995CA}"/>
                </a:ext>
              </a:extLst>
            </p:cNvPr>
            <p:cNvCxnSpPr/>
            <p:nvPr/>
          </p:nvCxnSpPr>
          <p:spPr>
            <a:xfrm>
              <a:off x="1928813" y="2174088"/>
              <a:ext cx="381000" cy="36195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4" name="Google Shape;407;p21">
              <a:extLst>
                <a:ext uri="{FF2B5EF4-FFF2-40B4-BE49-F238E27FC236}">
                  <a16:creationId xmlns:a16="http://schemas.microsoft.com/office/drawing/2014/main" id="{71667719-D722-88B2-8868-D9A8342EF4A8}"/>
                </a:ext>
              </a:extLst>
            </p:cNvPr>
            <p:cNvCxnSpPr/>
            <p:nvPr/>
          </p:nvCxnSpPr>
          <p:spPr>
            <a:xfrm>
              <a:off x="2344738" y="2783688"/>
              <a:ext cx="0" cy="32543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5" name="Google Shape;408;p21">
              <a:extLst>
                <a:ext uri="{FF2B5EF4-FFF2-40B4-BE49-F238E27FC236}">
                  <a16:creationId xmlns:a16="http://schemas.microsoft.com/office/drawing/2014/main" id="{722E3D84-419A-49C0-3CDB-8EA788537103}"/>
                </a:ext>
              </a:extLst>
            </p:cNvPr>
            <p:cNvCxnSpPr/>
            <p:nvPr/>
          </p:nvCxnSpPr>
          <p:spPr>
            <a:xfrm>
              <a:off x="3330575" y="2809088"/>
              <a:ext cx="0" cy="28575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6" name="Google Shape;409;p21">
              <a:extLst>
                <a:ext uri="{FF2B5EF4-FFF2-40B4-BE49-F238E27FC236}">
                  <a16:creationId xmlns:a16="http://schemas.microsoft.com/office/drawing/2014/main" id="{8E66C7E8-EDA5-3D98-0ED0-FDB0F4246E5D}"/>
                </a:ext>
              </a:extLst>
            </p:cNvPr>
            <p:cNvSpPr/>
            <p:nvPr/>
          </p:nvSpPr>
          <p:spPr>
            <a:xfrm>
              <a:off x="5412308" y="1287692"/>
              <a:ext cx="227013" cy="223838"/>
            </a:xfrm>
            <a:prstGeom prst="ellipse">
              <a:avLst/>
            </a:prstGeom>
            <a:gradFill>
              <a:gsLst>
                <a:gs pos="0">
                  <a:srgbClr val="DADADA"/>
                </a:gs>
                <a:gs pos="100000">
                  <a:srgbClr val="E2E2E2"/>
                </a:gs>
              </a:gsLst>
              <a:lin ang="5400000" scaled="0"/>
            </a:gra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Bahnschrift Light"/>
                <a:sym typeface="Arial"/>
              </a:endParaRPr>
            </a:p>
          </p:txBody>
        </p:sp>
        <p:sp>
          <p:nvSpPr>
            <p:cNvPr id="47" name="Google Shape;410;p21">
              <a:extLst>
                <a:ext uri="{FF2B5EF4-FFF2-40B4-BE49-F238E27FC236}">
                  <a16:creationId xmlns:a16="http://schemas.microsoft.com/office/drawing/2014/main" id="{C64C5FD6-E172-21E4-0C3B-23C4A6ED341B}"/>
                </a:ext>
              </a:extLst>
            </p:cNvPr>
            <p:cNvSpPr/>
            <p:nvPr/>
          </p:nvSpPr>
          <p:spPr>
            <a:xfrm>
              <a:off x="5407884" y="1301524"/>
              <a:ext cx="258085" cy="194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8725" tIns="28575" rIns="58725" bIns="28575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>
                  <a:solidFill>
                    <a:schemeClr val="dk1"/>
                  </a:solidFill>
                  <a:latin typeface="Bahnschrift Light"/>
                  <a:ea typeface="Times New Roman"/>
                  <a:cs typeface="Times New Roman"/>
                  <a:sym typeface="Times New Roman"/>
                </a:rPr>
                <a:t>U</a:t>
              </a:r>
              <a:endParaRPr>
                <a:latin typeface="Bahnschrift Light"/>
              </a:endParaRPr>
            </a:p>
          </p:txBody>
        </p:sp>
        <p:sp>
          <p:nvSpPr>
            <p:cNvPr id="48" name="Google Shape;411;p21">
              <a:extLst>
                <a:ext uri="{FF2B5EF4-FFF2-40B4-BE49-F238E27FC236}">
                  <a16:creationId xmlns:a16="http://schemas.microsoft.com/office/drawing/2014/main" id="{81F27C6A-B1B3-CC05-2ACB-D32F20C154B4}"/>
                </a:ext>
              </a:extLst>
            </p:cNvPr>
            <p:cNvSpPr/>
            <p:nvPr/>
          </p:nvSpPr>
          <p:spPr>
            <a:xfrm>
              <a:off x="3980383" y="2497367"/>
              <a:ext cx="228600" cy="225425"/>
            </a:xfrm>
            <a:prstGeom prst="ellipse">
              <a:avLst/>
            </a:prstGeom>
            <a:gradFill>
              <a:gsLst>
                <a:gs pos="0">
                  <a:srgbClr val="DADADA"/>
                </a:gs>
                <a:gs pos="100000">
                  <a:srgbClr val="E2E2E2"/>
                </a:gs>
              </a:gsLst>
              <a:lin ang="5400000" scaled="0"/>
            </a:gra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Bahnschrift Light"/>
                <a:sym typeface="Arial"/>
              </a:endParaRPr>
            </a:p>
          </p:txBody>
        </p:sp>
        <p:sp>
          <p:nvSpPr>
            <p:cNvPr id="49" name="Google Shape;412;p21">
              <a:extLst>
                <a:ext uri="{FF2B5EF4-FFF2-40B4-BE49-F238E27FC236}">
                  <a16:creationId xmlns:a16="http://schemas.microsoft.com/office/drawing/2014/main" id="{1ABE785D-A88D-F703-8262-4DDD7C9FFF6F}"/>
                </a:ext>
              </a:extLst>
            </p:cNvPr>
            <p:cNvSpPr/>
            <p:nvPr/>
          </p:nvSpPr>
          <p:spPr>
            <a:xfrm>
              <a:off x="3975959" y="2512787"/>
              <a:ext cx="258085" cy="194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8725" tIns="28575" rIns="58725" bIns="28575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>
                  <a:solidFill>
                    <a:schemeClr val="dk1"/>
                  </a:solidFill>
                  <a:latin typeface="Bahnschrift Light"/>
                  <a:ea typeface="Times New Roman"/>
                  <a:cs typeface="Times New Roman"/>
                  <a:sym typeface="Times New Roman"/>
                </a:rPr>
                <a:t>A</a:t>
              </a:r>
              <a:endParaRPr>
                <a:latin typeface="Bahnschrift Light"/>
              </a:endParaRPr>
            </a:p>
          </p:txBody>
        </p:sp>
        <p:sp>
          <p:nvSpPr>
            <p:cNvPr id="50" name="Google Shape;413;p21">
              <a:extLst>
                <a:ext uri="{FF2B5EF4-FFF2-40B4-BE49-F238E27FC236}">
                  <a16:creationId xmlns:a16="http://schemas.microsoft.com/office/drawing/2014/main" id="{99DD105F-22CE-6632-DBED-CF328BAADB04}"/>
                </a:ext>
              </a:extLst>
            </p:cNvPr>
            <p:cNvSpPr/>
            <p:nvPr/>
          </p:nvSpPr>
          <p:spPr>
            <a:xfrm>
              <a:off x="4416946" y="1878242"/>
              <a:ext cx="228600" cy="223838"/>
            </a:xfrm>
            <a:prstGeom prst="ellipse">
              <a:avLst/>
            </a:prstGeom>
            <a:gradFill>
              <a:gsLst>
                <a:gs pos="0">
                  <a:srgbClr val="DADADA"/>
                </a:gs>
                <a:gs pos="100000">
                  <a:srgbClr val="E2E2E2"/>
                </a:gs>
              </a:gsLst>
              <a:lin ang="5400000" scaled="0"/>
            </a:gra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Bahnschrift Light"/>
                <a:sym typeface="Arial"/>
              </a:endParaRPr>
            </a:p>
          </p:txBody>
        </p:sp>
        <p:sp>
          <p:nvSpPr>
            <p:cNvPr id="51" name="Google Shape;414;p21">
              <a:extLst>
                <a:ext uri="{FF2B5EF4-FFF2-40B4-BE49-F238E27FC236}">
                  <a16:creationId xmlns:a16="http://schemas.microsoft.com/office/drawing/2014/main" id="{F3FF92D9-84E6-E238-2AFF-C7A4C8B7B327}"/>
                </a:ext>
              </a:extLst>
            </p:cNvPr>
            <p:cNvSpPr/>
            <p:nvPr/>
          </p:nvSpPr>
          <p:spPr>
            <a:xfrm>
              <a:off x="4428553" y="1892074"/>
              <a:ext cx="226024" cy="194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8725" tIns="28575" rIns="58725" bIns="28575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>
                  <a:solidFill>
                    <a:schemeClr val="dk1"/>
                  </a:solidFill>
                  <a:latin typeface="Bahnschrift Light"/>
                  <a:ea typeface="Times New Roman"/>
                  <a:cs typeface="Times New Roman"/>
                  <a:sym typeface="Times New Roman"/>
                </a:rPr>
                <a:t>S</a:t>
              </a:r>
              <a:endParaRPr>
                <a:latin typeface="Bahnschrift Light"/>
              </a:endParaRPr>
            </a:p>
          </p:txBody>
        </p:sp>
        <p:cxnSp>
          <p:nvCxnSpPr>
            <p:cNvPr id="52" name="Google Shape;415;p21">
              <a:extLst>
                <a:ext uri="{FF2B5EF4-FFF2-40B4-BE49-F238E27FC236}">
                  <a16:creationId xmlns:a16="http://schemas.microsoft.com/office/drawing/2014/main" id="{23A519CB-2514-68F0-511B-A1AC6A2723F0}"/>
                </a:ext>
              </a:extLst>
            </p:cNvPr>
            <p:cNvCxnSpPr/>
            <p:nvPr/>
          </p:nvCxnSpPr>
          <p:spPr>
            <a:xfrm flipH="1">
              <a:off x="4123258" y="2076680"/>
              <a:ext cx="304800" cy="392113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" name="Google Shape;416;p21">
              <a:extLst>
                <a:ext uri="{FF2B5EF4-FFF2-40B4-BE49-F238E27FC236}">
                  <a16:creationId xmlns:a16="http://schemas.microsoft.com/office/drawing/2014/main" id="{9D82B822-ABF7-0128-F008-F69D2AC8070D}"/>
                </a:ext>
              </a:extLst>
            </p:cNvPr>
            <p:cNvCxnSpPr/>
            <p:nvPr/>
          </p:nvCxnSpPr>
          <p:spPr>
            <a:xfrm flipH="1">
              <a:off x="4610621" y="1473430"/>
              <a:ext cx="812800" cy="44608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4" name="Google Shape;417;p21">
              <a:extLst>
                <a:ext uri="{FF2B5EF4-FFF2-40B4-BE49-F238E27FC236}">
                  <a16:creationId xmlns:a16="http://schemas.microsoft.com/office/drawing/2014/main" id="{890029A0-2D6E-0B2F-BAC3-F450A1C5186E}"/>
                </a:ext>
              </a:extLst>
            </p:cNvPr>
            <p:cNvSpPr/>
            <p:nvPr/>
          </p:nvSpPr>
          <p:spPr>
            <a:xfrm>
              <a:off x="4834458" y="2497367"/>
              <a:ext cx="228600" cy="225425"/>
            </a:xfrm>
            <a:prstGeom prst="ellipse">
              <a:avLst/>
            </a:prstGeom>
            <a:gradFill>
              <a:gsLst>
                <a:gs pos="0">
                  <a:srgbClr val="DADADA"/>
                </a:gs>
                <a:gs pos="100000">
                  <a:srgbClr val="E2E2E2"/>
                </a:gs>
              </a:gsLst>
              <a:lin ang="5400000" scaled="0"/>
            </a:gra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Bahnschrift Light"/>
                <a:sym typeface="Arial"/>
              </a:endParaRPr>
            </a:p>
          </p:txBody>
        </p:sp>
        <p:sp>
          <p:nvSpPr>
            <p:cNvPr id="55" name="Google Shape;418;p21">
              <a:extLst>
                <a:ext uri="{FF2B5EF4-FFF2-40B4-BE49-F238E27FC236}">
                  <a16:creationId xmlns:a16="http://schemas.microsoft.com/office/drawing/2014/main" id="{848C213E-2BA6-D7B8-4D83-4342ECF59287}"/>
                </a:ext>
              </a:extLst>
            </p:cNvPr>
            <p:cNvSpPr/>
            <p:nvPr/>
          </p:nvSpPr>
          <p:spPr>
            <a:xfrm>
              <a:off x="4841255" y="2512787"/>
              <a:ext cx="235643" cy="194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8725" tIns="28575" rIns="58725" bIns="28575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>
                  <a:solidFill>
                    <a:schemeClr val="dk1"/>
                  </a:solidFill>
                  <a:latin typeface="Bahnschrift Light"/>
                  <a:ea typeface="Times New Roman"/>
                  <a:cs typeface="Times New Roman"/>
                  <a:sym typeface="Times New Roman"/>
                </a:rPr>
                <a:t>E</a:t>
              </a:r>
              <a:endParaRPr>
                <a:latin typeface="Bahnschrift Light"/>
              </a:endParaRPr>
            </a:p>
          </p:txBody>
        </p:sp>
        <p:sp>
          <p:nvSpPr>
            <p:cNvPr id="56" name="Google Shape;419;p21">
              <a:extLst>
                <a:ext uri="{FF2B5EF4-FFF2-40B4-BE49-F238E27FC236}">
                  <a16:creationId xmlns:a16="http://schemas.microsoft.com/office/drawing/2014/main" id="{BF000D39-7D48-D04F-7D33-BB7031D50CC2}"/>
                </a:ext>
              </a:extLst>
            </p:cNvPr>
            <p:cNvSpPr/>
            <p:nvPr/>
          </p:nvSpPr>
          <p:spPr>
            <a:xfrm>
              <a:off x="4834458" y="3026005"/>
              <a:ext cx="228600" cy="223838"/>
            </a:xfrm>
            <a:prstGeom prst="ellipse">
              <a:avLst/>
            </a:prstGeom>
            <a:gradFill>
              <a:gsLst>
                <a:gs pos="0">
                  <a:srgbClr val="DADADA"/>
                </a:gs>
                <a:gs pos="100000">
                  <a:srgbClr val="E2E2E2"/>
                </a:gs>
              </a:gsLst>
              <a:lin ang="5400000" scaled="0"/>
            </a:gra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Bahnschrift Light"/>
                <a:sym typeface="Arial"/>
              </a:endParaRPr>
            </a:p>
          </p:txBody>
        </p:sp>
        <p:sp>
          <p:nvSpPr>
            <p:cNvPr id="57" name="Google Shape;420;p21">
              <a:extLst>
                <a:ext uri="{FF2B5EF4-FFF2-40B4-BE49-F238E27FC236}">
                  <a16:creationId xmlns:a16="http://schemas.microsoft.com/office/drawing/2014/main" id="{90B37C59-D62B-21DD-30E3-65C053324CE2}"/>
                </a:ext>
              </a:extLst>
            </p:cNvPr>
            <p:cNvSpPr/>
            <p:nvPr/>
          </p:nvSpPr>
          <p:spPr>
            <a:xfrm>
              <a:off x="4835646" y="3041424"/>
              <a:ext cx="246863" cy="194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8725" tIns="28575" rIns="58725" bIns="28575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>
                  <a:solidFill>
                    <a:schemeClr val="dk1"/>
                  </a:solidFill>
                  <a:latin typeface="Bahnschrift Light"/>
                  <a:ea typeface="Times New Roman"/>
                  <a:cs typeface="Times New Roman"/>
                  <a:sym typeface="Times New Roman"/>
                </a:rPr>
                <a:t>R</a:t>
              </a:r>
              <a:endParaRPr>
                <a:latin typeface="Bahnschrift Light"/>
              </a:endParaRPr>
            </a:p>
          </p:txBody>
        </p:sp>
        <p:sp>
          <p:nvSpPr>
            <p:cNvPr id="58" name="Google Shape;421;p21">
              <a:extLst>
                <a:ext uri="{FF2B5EF4-FFF2-40B4-BE49-F238E27FC236}">
                  <a16:creationId xmlns:a16="http://schemas.microsoft.com/office/drawing/2014/main" id="{2485795D-902C-78A6-8343-0F028FEE606E}"/>
                </a:ext>
              </a:extLst>
            </p:cNvPr>
            <p:cNvSpPr/>
            <p:nvPr/>
          </p:nvSpPr>
          <p:spPr>
            <a:xfrm>
              <a:off x="4834458" y="3573692"/>
              <a:ext cx="228600" cy="225425"/>
            </a:xfrm>
            <a:prstGeom prst="ellipse">
              <a:avLst/>
            </a:prstGeom>
            <a:gradFill>
              <a:gsLst>
                <a:gs pos="0">
                  <a:srgbClr val="DADADA"/>
                </a:gs>
                <a:gs pos="100000">
                  <a:srgbClr val="E2E2E2"/>
                </a:gs>
              </a:gsLst>
              <a:lin ang="5400000" scaled="0"/>
            </a:gra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Bahnschrift Light"/>
                <a:sym typeface="Arial"/>
              </a:endParaRPr>
            </a:p>
          </p:txBody>
        </p:sp>
        <p:sp>
          <p:nvSpPr>
            <p:cNvPr id="59" name="Google Shape;422;p21">
              <a:extLst>
                <a:ext uri="{FF2B5EF4-FFF2-40B4-BE49-F238E27FC236}">
                  <a16:creationId xmlns:a16="http://schemas.microsoft.com/office/drawing/2014/main" id="{62695E8A-94F0-8D4C-DF0A-0B6213FA15E0}"/>
                </a:ext>
              </a:extLst>
            </p:cNvPr>
            <p:cNvSpPr/>
            <p:nvPr/>
          </p:nvSpPr>
          <p:spPr>
            <a:xfrm>
              <a:off x="4853508" y="3590698"/>
              <a:ext cx="212725" cy="194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8725" tIns="28575" rIns="58725" bIns="28575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>
                  <a:solidFill>
                    <a:schemeClr val="dk1"/>
                  </a:solidFill>
                  <a:latin typeface="Bahnschrift Light"/>
                  <a:ea typeface="Times New Roman"/>
                  <a:cs typeface="Times New Roman"/>
                  <a:sym typeface="Times New Roman"/>
                </a:rPr>
                <a:t>*</a:t>
              </a:r>
              <a:endParaRPr>
                <a:latin typeface="Bahnschrift Light"/>
              </a:endParaRPr>
            </a:p>
          </p:txBody>
        </p:sp>
        <p:sp>
          <p:nvSpPr>
            <p:cNvPr id="60" name="Google Shape;423;p21">
              <a:extLst>
                <a:ext uri="{FF2B5EF4-FFF2-40B4-BE49-F238E27FC236}">
                  <a16:creationId xmlns:a16="http://schemas.microsoft.com/office/drawing/2014/main" id="{A9B8A560-AF13-8821-D6C2-51BA283FF3FE}"/>
                </a:ext>
              </a:extLst>
            </p:cNvPr>
            <p:cNvSpPr/>
            <p:nvPr/>
          </p:nvSpPr>
          <p:spPr>
            <a:xfrm>
              <a:off x="3980383" y="3026005"/>
              <a:ext cx="228600" cy="223838"/>
            </a:xfrm>
            <a:prstGeom prst="ellipse">
              <a:avLst/>
            </a:prstGeom>
            <a:gradFill>
              <a:gsLst>
                <a:gs pos="0">
                  <a:srgbClr val="DADADA"/>
                </a:gs>
                <a:gs pos="100000">
                  <a:srgbClr val="E2E2E2"/>
                </a:gs>
              </a:gsLst>
              <a:lin ang="5400000" scaled="0"/>
            </a:gra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Bahnschrift Light"/>
                <a:sym typeface="Arial"/>
              </a:endParaRPr>
            </a:p>
          </p:txBody>
        </p:sp>
        <p:sp>
          <p:nvSpPr>
            <p:cNvPr id="61" name="Google Shape;424;p21">
              <a:extLst>
                <a:ext uri="{FF2B5EF4-FFF2-40B4-BE49-F238E27FC236}">
                  <a16:creationId xmlns:a16="http://schemas.microsoft.com/office/drawing/2014/main" id="{CBA4B4FE-E06D-7AF0-BD13-1B4C2484D05D}"/>
                </a:ext>
              </a:extLst>
            </p:cNvPr>
            <p:cNvSpPr/>
            <p:nvPr/>
          </p:nvSpPr>
          <p:spPr>
            <a:xfrm>
              <a:off x="3999433" y="3041424"/>
              <a:ext cx="212725" cy="194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8725" tIns="28575" rIns="58725" bIns="28575" anchor="ctr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>
                  <a:solidFill>
                    <a:schemeClr val="dk1"/>
                  </a:solidFill>
                  <a:latin typeface="Bahnschrift Light"/>
                  <a:ea typeface="Times New Roman"/>
                  <a:cs typeface="Times New Roman"/>
                  <a:sym typeface="Times New Roman"/>
                </a:rPr>
                <a:t>*</a:t>
              </a:r>
              <a:endParaRPr>
                <a:latin typeface="Bahnschrift Light"/>
              </a:endParaRPr>
            </a:p>
          </p:txBody>
        </p:sp>
        <p:cxnSp>
          <p:nvCxnSpPr>
            <p:cNvPr id="62" name="Google Shape;425;p21">
              <a:extLst>
                <a:ext uri="{FF2B5EF4-FFF2-40B4-BE49-F238E27FC236}">
                  <a16:creationId xmlns:a16="http://schemas.microsoft.com/office/drawing/2014/main" id="{AD967835-DD9E-EDF3-E663-7102D200495B}"/>
                </a:ext>
              </a:extLst>
            </p:cNvPr>
            <p:cNvCxnSpPr/>
            <p:nvPr/>
          </p:nvCxnSpPr>
          <p:spPr>
            <a:xfrm>
              <a:off x="4610621" y="2102080"/>
              <a:ext cx="304800" cy="366713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3" name="Google Shape;426;p21">
              <a:extLst>
                <a:ext uri="{FF2B5EF4-FFF2-40B4-BE49-F238E27FC236}">
                  <a16:creationId xmlns:a16="http://schemas.microsoft.com/office/drawing/2014/main" id="{8DBEDEE5-BB4A-C9B1-91F8-91EA415EB1E1}"/>
                </a:ext>
              </a:extLst>
            </p:cNvPr>
            <p:cNvCxnSpPr/>
            <p:nvPr/>
          </p:nvCxnSpPr>
          <p:spPr>
            <a:xfrm>
              <a:off x="4086746" y="2732317"/>
              <a:ext cx="0" cy="284163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4" name="Google Shape;427;p21">
              <a:extLst>
                <a:ext uri="{FF2B5EF4-FFF2-40B4-BE49-F238E27FC236}">
                  <a16:creationId xmlns:a16="http://schemas.microsoft.com/office/drawing/2014/main" id="{6165AADC-33D8-0F02-F8F0-D87B9D1F0139}"/>
                </a:ext>
              </a:extLst>
            </p:cNvPr>
            <p:cNvCxnSpPr/>
            <p:nvPr/>
          </p:nvCxnSpPr>
          <p:spPr>
            <a:xfrm>
              <a:off x="4940821" y="2737080"/>
              <a:ext cx="0" cy="28575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5" name="Google Shape;428;p21">
              <a:extLst>
                <a:ext uri="{FF2B5EF4-FFF2-40B4-BE49-F238E27FC236}">
                  <a16:creationId xmlns:a16="http://schemas.microsoft.com/office/drawing/2014/main" id="{986E787F-1E3A-D604-E9B0-6D5FED3EEB13}"/>
                </a:ext>
              </a:extLst>
            </p:cNvPr>
            <p:cNvCxnSpPr/>
            <p:nvPr/>
          </p:nvCxnSpPr>
          <p:spPr>
            <a:xfrm>
              <a:off x="4945583" y="3265717"/>
              <a:ext cx="0" cy="295275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6" name="Google Shape;429;p21">
              <a:extLst>
                <a:ext uri="{FF2B5EF4-FFF2-40B4-BE49-F238E27FC236}">
                  <a16:creationId xmlns:a16="http://schemas.microsoft.com/office/drawing/2014/main" id="{8B77B190-522B-5689-18BB-E44802B50B4C}"/>
                </a:ext>
              </a:extLst>
            </p:cNvPr>
            <p:cNvCxnSpPr/>
            <p:nvPr/>
          </p:nvCxnSpPr>
          <p:spPr>
            <a:xfrm rot="10800000" flipH="1">
              <a:off x="2090341" y="1401423"/>
              <a:ext cx="3168352" cy="7200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dash"/>
              <a:round/>
              <a:headEnd type="none" w="sm" len="sm"/>
              <a:tailEnd type="triangle" w="lg" len="lg"/>
            </a:ln>
          </p:spPr>
        </p:cxnSp>
      </p:grpSp>
      <p:sp>
        <p:nvSpPr>
          <p:cNvPr id="68" name="Marcador de contenido 3">
            <a:extLst>
              <a:ext uri="{FF2B5EF4-FFF2-40B4-BE49-F238E27FC236}">
                <a16:creationId xmlns:a16="http://schemas.microsoft.com/office/drawing/2014/main" id="{5B549D3F-1E8D-4AD8-6F05-96A83CE1E0D6}"/>
              </a:ext>
            </a:extLst>
          </p:cNvPr>
          <p:cNvSpPr txBox="1">
            <a:spLocks/>
          </p:cNvSpPr>
          <p:nvPr/>
        </p:nvSpPr>
        <p:spPr>
          <a:xfrm>
            <a:off x="1050103" y="5284964"/>
            <a:ext cx="9739312" cy="82466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UY" sz="20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Por ejemplo, los árboles correspondiente a todas las claves que comienzan con “H” y “U” serían:</a:t>
            </a:r>
            <a:endParaRPr lang="es-UY" sz="2000">
              <a:latin typeface="Bahnschrift SemiLight"/>
              <a:ea typeface="Calibri"/>
              <a:cs typeface="Calibr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UY" dirty="0">
              <a:latin typeface="Bahnschrift SemiLigh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29865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E76C6-0C46-8121-ADB7-7D406EAA3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4039E1EB-CE33-298D-F870-8CF8FB659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Tries</a:t>
            </a: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Marcador de contenido 3">
            <a:extLst>
              <a:ext uri="{FF2B5EF4-FFF2-40B4-BE49-F238E27FC236}">
                <a16:creationId xmlns:a16="http://schemas.microsoft.com/office/drawing/2014/main" id="{50CC0BCA-3E26-DD70-2B4F-0D74EF982C90}"/>
              </a:ext>
            </a:extLst>
          </p:cNvPr>
          <p:cNvSpPr txBox="1">
            <a:spLocks/>
          </p:cNvSpPr>
          <p:nvPr/>
        </p:nvSpPr>
        <p:spPr>
          <a:xfrm>
            <a:off x="840553" y="1170164"/>
            <a:ext cx="9739312" cy="475848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s-UY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Operaciones primarias: </a:t>
            </a:r>
            <a:endParaRPr lang="en-US"/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s-UY" b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Comparación de patrones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 (</a:t>
            </a:r>
            <a:r>
              <a:rPr lang="es-UY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strings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 o </a:t>
            </a:r>
            <a:r>
              <a:rPr lang="es-UY" b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palabras completas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)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s-UY" b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Comparación de prefijos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 (dada una </a:t>
            </a:r>
            <a:r>
              <a:rPr lang="es-UY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string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 </a:t>
            </a:r>
            <a:r>
              <a:rPr lang="es-UY" b="1" i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X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 de entrada, encontrar todas las </a:t>
            </a:r>
            <a:r>
              <a:rPr lang="es-UY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strings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 </a:t>
            </a:r>
            <a:r>
              <a:rPr lang="es-UY" b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 que contienen a </a:t>
            </a:r>
            <a:r>
              <a:rPr lang="es-UY" b="1" i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X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 como </a:t>
            </a:r>
            <a:r>
              <a:rPr lang="es-UY" b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prefijo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). </a:t>
            </a:r>
            <a:endParaRPr lang="es-UY"/>
          </a:p>
          <a:p>
            <a:pPr marL="457200" indent="-457200"/>
            <a:r>
              <a:rPr lang="es-UY" b="1" dirty="0">
                <a:solidFill>
                  <a:srgbClr val="FF0000"/>
                </a:solidFill>
                <a:latin typeface="Bahnschrift SemiLight"/>
                <a:ea typeface="Calibri"/>
                <a:cs typeface="Calibri"/>
              </a:rPr>
              <a:t>Importante: ninguna </a:t>
            </a:r>
            <a:r>
              <a:rPr lang="es-UY" b="1" dirty="0" err="1">
                <a:solidFill>
                  <a:srgbClr val="FF0000"/>
                </a:solidFill>
                <a:latin typeface="Bahnschrift SemiLight"/>
                <a:ea typeface="Calibri"/>
                <a:cs typeface="Calibri"/>
              </a:rPr>
              <a:t>string</a:t>
            </a:r>
            <a:r>
              <a:rPr lang="es-UY" b="1" dirty="0">
                <a:solidFill>
                  <a:srgbClr val="FF0000"/>
                </a:solidFill>
                <a:latin typeface="Bahnschrift SemiLight"/>
                <a:ea typeface="Calibri"/>
                <a:cs typeface="Calibri"/>
              </a:rPr>
              <a:t> en </a:t>
            </a:r>
            <a:r>
              <a:rPr lang="es-UY" b="1" i="1" dirty="0">
                <a:solidFill>
                  <a:srgbClr val="FF0000"/>
                </a:solidFill>
                <a:latin typeface="Bahnschrift SemiLight"/>
                <a:ea typeface="Calibri"/>
                <a:cs typeface="Calibri"/>
              </a:rPr>
              <a:t>S</a:t>
            </a:r>
            <a:r>
              <a:rPr lang="es-UY" b="1" dirty="0">
                <a:solidFill>
                  <a:srgbClr val="FF0000"/>
                </a:solidFill>
                <a:latin typeface="Bahnschrift SemiLight"/>
                <a:ea typeface="Calibri"/>
                <a:cs typeface="Calibri"/>
              </a:rPr>
              <a:t> es prefijo de otra </a:t>
            </a:r>
            <a:r>
              <a:rPr lang="es-UY" b="1" dirty="0" err="1">
                <a:solidFill>
                  <a:srgbClr val="FF0000"/>
                </a:solidFill>
                <a:latin typeface="Bahnschrift SemiLight"/>
                <a:ea typeface="Calibri"/>
                <a:cs typeface="Calibri"/>
              </a:rPr>
              <a:t>string</a:t>
            </a:r>
            <a:r>
              <a:rPr lang="es-UY" b="1" dirty="0">
                <a:solidFill>
                  <a:srgbClr val="FF0000"/>
                </a:solidFill>
                <a:latin typeface="Bahnschrift SemiLight"/>
                <a:ea typeface="Calibri"/>
                <a:cs typeface="Calibri"/>
              </a:rPr>
              <a:t>. 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Esto asegura que cada </a:t>
            </a:r>
            <a:r>
              <a:rPr lang="es-UY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string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 de </a:t>
            </a:r>
            <a:r>
              <a:rPr lang="es-UY" b="1" i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 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está asociada en forma única con un </a:t>
            </a:r>
            <a:r>
              <a:rPr lang="es-UY" b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nodo externo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 de </a:t>
            </a:r>
            <a:r>
              <a:rPr lang="es-UY" b="1" i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T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. 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s-UY" b="1" dirty="0">
                <a:solidFill>
                  <a:srgbClr val="FF0000"/>
                </a:solidFill>
                <a:latin typeface="Bahnschrift SemiLight"/>
                <a:ea typeface="Calibri"/>
                <a:cs typeface="Calibri"/>
              </a:rPr>
              <a:t>Siempre se puede satisfacer esta condición, agregando un carácter especial al final de cada </a:t>
            </a:r>
            <a:r>
              <a:rPr lang="es-UY" b="1" dirty="0" err="1">
                <a:solidFill>
                  <a:srgbClr val="FF0000"/>
                </a:solidFill>
                <a:latin typeface="Bahnschrift SemiLight"/>
                <a:ea typeface="Calibri"/>
                <a:cs typeface="Calibri"/>
              </a:rPr>
              <a:t>string</a:t>
            </a:r>
            <a:r>
              <a:rPr lang="es-UY" b="1" dirty="0">
                <a:solidFill>
                  <a:srgbClr val="FF0000"/>
                </a:solidFill>
                <a:latin typeface="Bahnschrift SemiLight"/>
                <a:ea typeface="Calibri"/>
                <a:cs typeface="Calibri"/>
              </a:rPr>
              <a:t>. (</a:t>
            </a:r>
            <a:r>
              <a:rPr lang="es-UY" b="1" dirty="0" err="1">
                <a:solidFill>
                  <a:srgbClr val="FF0000"/>
                </a:solidFill>
                <a:latin typeface="Bahnschrift SemiLight"/>
                <a:ea typeface="Calibri"/>
                <a:cs typeface="Calibri"/>
              </a:rPr>
              <a:t>ej</a:t>
            </a:r>
            <a:r>
              <a:rPr lang="es-UY" b="1" dirty="0">
                <a:solidFill>
                  <a:srgbClr val="FF0000"/>
                </a:solidFill>
                <a:latin typeface="Bahnschrift SemiLight"/>
                <a:ea typeface="Calibri"/>
                <a:cs typeface="Calibri"/>
              </a:rPr>
              <a:t>: “*”)</a:t>
            </a:r>
          </a:p>
          <a:p>
            <a:pPr marL="457200" indent="-457200"/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Un nodo interno puede tener entre </a:t>
            </a:r>
            <a:r>
              <a:rPr lang="es-UY" b="1" i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1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 y </a:t>
            </a:r>
            <a:r>
              <a:rPr lang="es-UY" b="1" i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d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 hijos, donde </a:t>
            </a:r>
            <a:r>
              <a:rPr lang="es-UY" b="1" i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d 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es el tamaño del alfabeto (</a:t>
            </a:r>
            <a:r>
              <a:rPr lang="es-UY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ej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 26 letras).</a:t>
            </a:r>
          </a:p>
          <a:p>
            <a:pPr marL="457200" indent="-457200"/>
            <a:endParaRPr lang="es-UY" dirty="0">
              <a:latin typeface="Bahnschrift SemiLight"/>
              <a:ea typeface="Calibri"/>
              <a:cs typeface="Calibr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UY" dirty="0">
              <a:latin typeface="Bahnschrift SemiLigh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984481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4C650-3E5F-7D1C-493C-B4BEF6B0F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E3A68C48-2246-CD88-66C7-AC0A57F81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Trie estándar</a:t>
            </a: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Marcador de contenido 3">
            <a:extLst>
              <a:ext uri="{FF2B5EF4-FFF2-40B4-BE49-F238E27FC236}">
                <a16:creationId xmlns:a16="http://schemas.microsoft.com/office/drawing/2014/main" id="{6BC2E618-DBB1-DC54-D639-2946DC96379C}"/>
              </a:ext>
            </a:extLst>
          </p:cNvPr>
          <p:cNvSpPr txBox="1">
            <a:spLocks/>
          </p:cNvSpPr>
          <p:nvPr/>
        </p:nvSpPr>
        <p:spPr>
          <a:xfrm>
            <a:off x="840553" y="1170164"/>
            <a:ext cx="9739312" cy="475848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s-UY" sz="32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El trie estándar para el conjunto de </a:t>
            </a:r>
            <a:r>
              <a:rPr lang="es-UY" sz="3200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strings</a:t>
            </a:r>
            <a:r>
              <a:rPr lang="es-UY" sz="32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 </a:t>
            </a:r>
            <a:r>
              <a:rPr lang="es-UY" sz="3200" b="1" i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</a:t>
            </a:r>
            <a:r>
              <a:rPr lang="es-UY" sz="32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 es un árbol </a:t>
            </a:r>
            <a:r>
              <a:rPr lang="es-UY" sz="3200" b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ordenado </a:t>
            </a:r>
            <a:r>
              <a:rPr lang="es-UY" sz="32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tal que: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s-UY" sz="280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Cada nodo está etiquetado con un carácter</a:t>
            </a:r>
            <a:endParaRPr lang="es-UY" sz="2800" dirty="0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s-UY" sz="280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Los hijos de un nodo están ordenados alfabéticamente</a:t>
            </a:r>
            <a:endParaRPr lang="es-UY" sz="2800" dirty="0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s-UY" sz="28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Los caminos desde la raíz hasta los nodos externos nos dan las </a:t>
            </a:r>
            <a:r>
              <a:rPr lang="es-UY" sz="2800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strings</a:t>
            </a:r>
            <a:r>
              <a:rPr lang="es-UY" sz="28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 del conjunto </a:t>
            </a:r>
            <a:r>
              <a:rPr lang="es-UY" sz="2800" b="1" i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</a:t>
            </a:r>
            <a:endParaRPr lang="es-UY" sz="2800" b="1" i="1">
              <a:latin typeface="Bahnschrift SemiLight"/>
              <a:ea typeface="Calibri"/>
              <a:cs typeface="Calibr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UY" sz="3200" dirty="0">
              <a:latin typeface="Bahnschrift SemiLigh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89076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3F418-A3F8-356A-4B65-91F5A5380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B03753B0-174D-3158-DD1B-18EB32996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Trie estándar para las palabras:</a:t>
            </a: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Marcador de contenido 3">
            <a:extLst>
              <a:ext uri="{FF2B5EF4-FFF2-40B4-BE49-F238E27FC236}">
                <a16:creationId xmlns:a16="http://schemas.microsoft.com/office/drawing/2014/main" id="{D611D6C6-14A1-35F4-DC3E-ECDF79B7F073}"/>
              </a:ext>
            </a:extLst>
          </p:cNvPr>
          <p:cNvSpPr txBox="1">
            <a:spLocks/>
          </p:cNvSpPr>
          <p:nvPr/>
        </p:nvSpPr>
        <p:spPr>
          <a:xfrm>
            <a:off x="840553" y="1170164"/>
            <a:ext cx="9739312" cy="475848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s-UY" sz="3200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bear</a:t>
            </a:r>
            <a:r>
              <a:rPr lang="es-UY" sz="32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, </a:t>
            </a:r>
            <a:r>
              <a:rPr lang="es-UY" sz="3200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bell</a:t>
            </a:r>
            <a:r>
              <a:rPr lang="es-UY" sz="32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, </a:t>
            </a:r>
            <a:r>
              <a:rPr lang="es-UY" sz="3200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bid</a:t>
            </a:r>
            <a:r>
              <a:rPr lang="es-UY" sz="32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, </a:t>
            </a:r>
            <a:r>
              <a:rPr lang="es-UY" sz="3200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bull</a:t>
            </a:r>
            <a:r>
              <a:rPr lang="es-UY" sz="32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, </a:t>
            </a:r>
            <a:r>
              <a:rPr lang="es-UY" sz="3200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buy</a:t>
            </a:r>
            <a:r>
              <a:rPr lang="es-UY" sz="32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, </a:t>
            </a:r>
            <a:r>
              <a:rPr lang="es-UY" sz="3200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sell</a:t>
            </a:r>
            <a:r>
              <a:rPr lang="es-UY" sz="32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, stock, stop</a:t>
            </a:r>
          </a:p>
          <a:p>
            <a:pPr marL="457200" indent="-457200"/>
            <a:endParaRPr lang="es-UY" sz="3200" dirty="0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pPr marL="457200" indent="-457200"/>
            <a:endParaRPr lang="es-UY" sz="3200" dirty="0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pPr marL="457200" indent="-457200"/>
            <a:endParaRPr lang="es-UY" sz="3200" dirty="0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pPr marL="457200" indent="-457200"/>
            <a:endParaRPr lang="es-UY" sz="3200" dirty="0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pPr marL="457200" indent="-457200"/>
            <a:endParaRPr lang="es-UY" sz="3200" dirty="0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pPr marL="457200" indent="-457200"/>
            <a:endParaRPr lang="es-UY" sz="3200" dirty="0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pPr marL="457200" indent="-457200"/>
            <a:endParaRPr lang="es-UY" sz="3200" dirty="0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pPr marL="457200" indent="-457200"/>
            <a:r>
              <a:rPr lang="es-UY" sz="32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¿costo de buscar “</a:t>
            </a:r>
            <a:r>
              <a:rPr lang="es-UY" sz="3200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bet</a:t>
            </a:r>
            <a:r>
              <a:rPr lang="es-UY" sz="32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”?</a:t>
            </a:r>
            <a:endParaRPr lang="es-UY" sz="3200" dirty="0">
              <a:latin typeface="Bahnschrift SemiLight"/>
              <a:ea typeface="Calibri"/>
              <a:cs typeface="Calibr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UY" sz="3200" dirty="0">
              <a:latin typeface="Bahnschrift SemiLight"/>
              <a:ea typeface="Calibri"/>
              <a:cs typeface="Calibri"/>
            </a:endParaRPr>
          </a:p>
        </p:txBody>
      </p:sp>
      <p:pic>
        <p:nvPicPr>
          <p:cNvPr id="2" name="Picture 1" descr="A diagram of a tree&#10;&#10;AI-generated content may be incorrect.">
            <a:extLst>
              <a:ext uri="{FF2B5EF4-FFF2-40B4-BE49-F238E27FC236}">
                <a16:creationId xmlns:a16="http://schemas.microsoft.com/office/drawing/2014/main" id="{45B9475C-4B20-C3A2-F0FD-12788B90F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985963"/>
            <a:ext cx="8229600" cy="3648075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7969835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13DD2-2B49-0ED4-4B3A-B0986D538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1EF19EDA-E559-CC94-67FD-DD924899B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Propiedades estructurales del trie</a:t>
            </a: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Marcador de contenido 3">
            <a:extLst>
              <a:ext uri="{FF2B5EF4-FFF2-40B4-BE49-F238E27FC236}">
                <a16:creationId xmlns:a16="http://schemas.microsoft.com/office/drawing/2014/main" id="{E8729C4F-5F18-97C2-A00F-5B7DF1169745}"/>
              </a:ext>
            </a:extLst>
          </p:cNvPr>
          <p:cNvSpPr txBox="1">
            <a:spLocks/>
          </p:cNvSpPr>
          <p:nvPr/>
        </p:nvSpPr>
        <p:spPr>
          <a:xfrm>
            <a:off x="840553" y="1170164"/>
            <a:ext cx="9958387" cy="475848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Un </a:t>
            </a:r>
            <a:r>
              <a:rPr lang="es-UY" b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trie estándar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 para almacenar una colección </a:t>
            </a:r>
            <a:r>
              <a:rPr lang="es-UY" b="1" i="1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</a:t>
            </a:r>
            <a:r>
              <a:rPr lang="es-UY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de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 </a:t>
            </a:r>
            <a:r>
              <a:rPr lang="es-UY" b="1" i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 </a:t>
            </a:r>
            <a:r>
              <a:rPr lang="es-UY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strings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 de largo total </a:t>
            </a:r>
            <a:r>
              <a:rPr lang="es-UY" b="1" i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n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 en base a un alfabeto de tamaño </a:t>
            </a:r>
            <a:r>
              <a:rPr lang="es-UY" b="1" i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d 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tiene las siguientes propiedades: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s-UY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Todo nodo interno de </a:t>
            </a:r>
            <a:r>
              <a:rPr lang="es-UY" b="1" i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T</a:t>
            </a:r>
            <a:r>
              <a:rPr lang="es-UY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 tiene como máximo </a:t>
            </a:r>
            <a:r>
              <a:rPr lang="es-UY" b="1" i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d</a:t>
            </a:r>
            <a:r>
              <a:rPr lang="es-UY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 hijos</a:t>
            </a:r>
            <a:endParaRPr lang="es-UY" dirty="0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s-UY" b="1" i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T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 tiene </a:t>
            </a:r>
            <a:r>
              <a:rPr lang="es-UY" b="1" i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 nodos externos (tantos como </a:t>
            </a:r>
            <a:r>
              <a:rPr lang="es-UY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strings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 hay en </a:t>
            </a:r>
            <a:r>
              <a:rPr lang="es-UY" b="1" i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)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Altura de </a:t>
            </a:r>
            <a:r>
              <a:rPr lang="es-UY" b="1" i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T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: longitud de la </a:t>
            </a:r>
            <a:r>
              <a:rPr lang="es-UY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string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 más larga de </a:t>
            </a:r>
            <a:r>
              <a:rPr lang="es-UY" b="1" i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El número de nodos de </a:t>
            </a:r>
            <a:r>
              <a:rPr lang="es-UY" b="1" i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T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 es </a:t>
            </a:r>
            <a:r>
              <a:rPr lang="es-UY" b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O(n)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??</a:t>
            </a:r>
          </a:p>
          <a:p>
            <a:pPr marL="457200" indent="-457200"/>
            <a:r>
              <a:rPr lang="es-UY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Puede ser usado para implementar un diccionario</a:t>
            </a:r>
            <a:endParaRPr lang="es-UY" dirty="0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Se comparan caracteres individuales en vez de </a:t>
            </a:r>
            <a:r>
              <a:rPr lang="es-UY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strings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 completas</a:t>
            </a:r>
          </a:p>
          <a:p>
            <a:pPr marL="457200" indent="-457200"/>
            <a:r>
              <a:rPr lang="es-UY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Falta de eficiencia en la representación</a:t>
            </a:r>
            <a:endParaRPr lang="es-UY" dirty="0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s-UY" b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Trie comprimido – trie “Patricia”</a:t>
            </a:r>
            <a:endParaRPr lang="es-UY" b="1">
              <a:latin typeface="Bahnschrift SemiLight"/>
              <a:ea typeface="Calibri"/>
              <a:cs typeface="Calibr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UY" dirty="0">
              <a:latin typeface="Bahnschrift SemiLigh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01699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E8603-2251-AE23-D4DC-D9C362C79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D8712E46-670B-778D-C23F-04F08C5E3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Búsqueda en Tries</a:t>
            </a: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Marcador de contenido 3">
            <a:extLst>
              <a:ext uri="{FF2B5EF4-FFF2-40B4-BE49-F238E27FC236}">
                <a16:creationId xmlns:a16="http://schemas.microsoft.com/office/drawing/2014/main" id="{005A75E1-E89C-721A-44CB-7CD222992C0E}"/>
              </a:ext>
            </a:extLst>
          </p:cNvPr>
          <p:cNvSpPr txBox="1">
            <a:spLocks/>
          </p:cNvSpPr>
          <p:nvPr/>
        </p:nvSpPr>
        <p:spPr>
          <a:xfrm>
            <a:off x="840553" y="1170164"/>
            <a:ext cx="9958387" cy="475848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UY" b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Dos operaciones principales:</a:t>
            </a:r>
            <a:endParaRPr lang="en-US"/>
          </a:p>
          <a:p>
            <a:pPr marL="457200" indent="-457200"/>
            <a:r>
              <a:rPr lang="es-UY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Búsqueda de palabras completas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se desea determinar si un patrón dado está en una </a:t>
            </a:r>
            <a:r>
              <a:rPr lang="es-UY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de las palabras del texto, exactamente.</a:t>
            </a:r>
            <a:endParaRPr lang="es-UY"/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Ejemplo: índice, al encontrar la palabra </a:t>
            </a:r>
            <a:r>
              <a:rPr lang="es-UY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queremos indicar las páginas del libro en que se encuentra.</a:t>
            </a:r>
            <a:endParaRPr lang="es-UY">
              <a:ea typeface="Calibri"/>
              <a:cs typeface="Calibri"/>
            </a:endParaRPr>
          </a:p>
          <a:p>
            <a:pPr marL="457200" indent="-457200"/>
            <a:r>
              <a:rPr lang="es-UY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Búsqueda de prefijos</a:t>
            </a:r>
            <a:endParaRPr lang="es-UY" dirty="0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Dado un patrón (una </a:t>
            </a:r>
            <a:r>
              <a:rPr lang="es-UY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string</a:t>
            </a: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), determinar si es prefijo de palabras existentes en el trie.</a:t>
            </a:r>
            <a:endParaRPr lang="es-UY" dirty="0"/>
          </a:p>
          <a:p>
            <a:pPr marL="1371600" lvl="2">
              <a:buFont typeface="Wingdings" panose="020B0604020202020204" pitchFamily="34" charset="0"/>
              <a:buChar char="§"/>
            </a:pPr>
            <a:r>
              <a:rPr lang="es-UY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Devolver todas las palabras de </a:t>
            </a:r>
            <a:r>
              <a:rPr lang="es-UY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las cuales es prefijo (ejemplo “autocompletar” incremental…)</a:t>
            </a:r>
          </a:p>
          <a:p>
            <a:pPr marL="1371600" lvl="2">
              <a:buFont typeface="Wingdings" panose="020B0604020202020204" pitchFamily="34" charset="0"/>
              <a:buChar char="§"/>
            </a:pPr>
            <a:r>
              <a:rPr lang="es-UY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Indicar la cantidad de </a:t>
            </a:r>
            <a:r>
              <a:rPr lang="es-UY">
                <a:latin typeface="Bahnschrift SemiLight"/>
                <a:ea typeface="Calibri"/>
                <a:cs typeface="Calibri"/>
              </a:rPr>
              <a:t>palabras </a:t>
            </a:r>
            <a:r>
              <a:rPr lang="es-UY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de</a:t>
            </a:r>
            <a:r>
              <a:rPr lang="es-UY">
                <a:latin typeface="Bahnschrift SemiLight"/>
                <a:ea typeface="Calibri"/>
                <a:cs typeface="Calibri"/>
              </a:rPr>
              <a:t> las cuales es prefijo</a:t>
            </a:r>
            <a:endParaRPr lang="es-UY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pPr marL="457200" indent="-457200"/>
            <a:endParaRPr lang="es-UY" dirty="0">
              <a:latin typeface="Bahnschrift SemiLight"/>
              <a:ea typeface="Calibri"/>
              <a:cs typeface="Calibr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UY" dirty="0">
              <a:latin typeface="Bahnschrift SemiLigh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84276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EA055-B6FD-40AE-F3E3-0D9DD0248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C32AFF69-78B8-97EA-C223-B533D0936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Búsqueda en trie – palabra completa</a:t>
            </a: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Marcador de contenido 3">
            <a:extLst>
              <a:ext uri="{FF2B5EF4-FFF2-40B4-BE49-F238E27FC236}">
                <a16:creationId xmlns:a16="http://schemas.microsoft.com/office/drawing/2014/main" id="{31B80D9C-5627-BDB8-BA4A-2F29FC45D11B}"/>
              </a:ext>
            </a:extLst>
          </p:cNvPr>
          <p:cNvSpPr txBox="1">
            <a:spLocks/>
          </p:cNvSpPr>
          <p:nvPr/>
        </p:nvSpPr>
        <p:spPr>
          <a:xfrm>
            <a:off x="840553" y="1170164"/>
            <a:ext cx="5643562" cy="475848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s-UY" sz="24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Seguir el camino desde la raíz, indicado por los caracteres de </a:t>
            </a:r>
            <a:r>
              <a:rPr lang="es-UY" sz="240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la entrada</a:t>
            </a:r>
            <a:endParaRPr lang="es-UY" sz="2400">
              <a:ea typeface="Calibri"/>
              <a:cs typeface="Calibri"/>
            </a:endParaRPr>
          </a:p>
          <a:p>
            <a:pPr marL="457200" indent="-457200"/>
            <a:r>
              <a:rPr lang="es-UY" sz="24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Si el camino puede ser recorrido y termina en un nodo externo, la palabra está en el diccionario (</a:t>
            </a:r>
            <a:r>
              <a:rPr lang="es-UY" sz="2400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ej</a:t>
            </a:r>
            <a:r>
              <a:rPr lang="es-UY" sz="24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.“</a:t>
            </a:r>
            <a:r>
              <a:rPr lang="es-UY" sz="2400" b="1" i="1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bull</a:t>
            </a:r>
            <a:r>
              <a:rPr lang="es-UY" sz="24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”)</a:t>
            </a:r>
            <a:endParaRPr lang="es-UY" sz="2400" dirty="0"/>
          </a:p>
          <a:p>
            <a:pPr marL="457200" indent="-457200"/>
            <a:r>
              <a:rPr lang="es-UY" sz="24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Si no se puede recorrer o termina en un nodo interno, la palabra no está en el diccionario (ejemplos “</a:t>
            </a:r>
            <a:r>
              <a:rPr lang="es-UY" sz="2400" b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be</a:t>
            </a:r>
            <a:r>
              <a:rPr lang="es-UY" sz="24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”, “</a:t>
            </a:r>
            <a:r>
              <a:rPr lang="es-UY" sz="2400" b="1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bet</a:t>
            </a:r>
            <a:r>
              <a:rPr lang="es-UY" sz="24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”)</a:t>
            </a:r>
          </a:p>
          <a:p>
            <a:pPr marL="457200" indent="-457200"/>
            <a:r>
              <a:rPr lang="es-UY" sz="24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¿tiempo de ejecución para una </a:t>
            </a:r>
            <a:r>
              <a:rPr lang="es-UY" sz="2400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string</a:t>
            </a:r>
            <a:r>
              <a:rPr lang="es-UY" sz="2400" dirty="0">
                <a:latin typeface="Bahnschrift SemiLight"/>
                <a:ea typeface="Calibri"/>
                <a:cs typeface="Calibri"/>
              </a:rPr>
              <a:t> </a:t>
            </a:r>
            <a:r>
              <a:rPr lang="es-UY" sz="24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de</a:t>
            </a:r>
            <a:r>
              <a:rPr lang="es-UY" sz="2400" dirty="0">
                <a:latin typeface="Bahnschrift SemiLight"/>
                <a:ea typeface="Calibri"/>
                <a:cs typeface="Calibri"/>
              </a:rPr>
              <a:t> tamaño </a:t>
            </a:r>
            <a:r>
              <a:rPr lang="es-UY" sz="2400" i="1" dirty="0">
                <a:latin typeface="Bahnschrift SemiLight"/>
                <a:ea typeface="Calibri"/>
                <a:cs typeface="Calibri"/>
              </a:rPr>
              <a:t>m</a:t>
            </a:r>
            <a:r>
              <a:rPr lang="es-UY" sz="2400" dirty="0">
                <a:latin typeface="Bahnschrift SemiLight"/>
                <a:ea typeface="Calibri"/>
                <a:cs typeface="Calibri"/>
              </a:rPr>
              <a:t>?</a:t>
            </a:r>
          </a:p>
          <a:p>
            <a:pPr marL="457200" indent="-457200"/>
            <a:endParaRPr lang="es-UY" sz="2400" dirty="0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pPr marL="457200" indent="-457200"/>
            <a:endParaRPr lang="es-UY" sz="2400" dirty="0">
              <a:latin typeface="Bahnschrift SemiLight"/>
              <a:ea typeface="Calibri"/>
              <a:cs typeface="Calibri"/>
            </a:endParaRPr>
          </a:p>
          <a:p>
            <a:pPr marL="457200" indent="-457200"/>
            <a:endParaRPr lang="es-UY" sz="2400" dirty="0">
              <a:latin typeface="Bahnschrift SemiLight"/>
              <a:ea typeface="Calibri"/>
              <a:cs typeface="Calibri"/>
            </a:endParaRPr>
          </a:p>
        </p:txBody>
      </p:sp>
      <p:pic>
        <p:nvPicPr>
          <p:cNvPr id="2" name="Picture 1" descr="A diagram of a tree&#10;&#10;AI-generated content may be incorrect.">
            <a:extLst>
              <a:ext uri="{FF2B5EF4-FFF2-40B4-BE49-F238E27FC236}">
                <a16:creationId xmlns:a16="http://schemas.microsoft.com/office/drawing/2014/main" id="{F04712B9-713B-A438-4625-013393363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525" y="1714500"/>
            <a:ext cx="5648325" cy="3495675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3580460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EDC35-16DA-E3DD-4ADF-F64DE5E12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B5B31B54-F859-CE3F-AF48-8292A169A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 dirty="0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Búsqueda en trie – </a:t>
            </a:r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palabra completa</a:t>
            </a:r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Marcador de contenido 3">
            <a:extLst>
              <a:ext uri="{FF2B5EF4-FFF2-40B4-BE49-F238E27FC236}">
                <a16:creationId xmlns:a16="http://schemas.microsoft.com/office/drawing/2014/main" id="{51E82443-42AE-08E4-DECA-F3FE6FA30D47}"/>
              </a:ext>
            </a:extLst>
          </p:cNvPr>
          <p:cNvSpPr txBox="1">
            <a:spLocks/>
          </p:cNvSpPr>
          <p:nvPr/>
        </p:nvSpPr>
        <p:spPr>
          <a:xfrm>
            <a:off x="840553" y="1170164"/>
            <a:ext cx="10332792" cy="475848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s-UY" sz="3200" dirty="0">
                <a:latin typeface="Bahnschrift SemiLight"/>
                <a:ea typeface="Calibri"/>
                <a:cs typeface="Calibri"/>
              </a:rPr>
              <a:t>La búsqueda de palabras para un patrón </a:t>
            </a:r>
            <a:r>
              <a:rPr lang="es-UY" sz="3200">
                <a:latin typeface="Bahnschrift SemiLight"/>
                <a:ea typeface="Calibri"/>
                <a:cs typeface="Calibri"/>
              </a:rPr>
              <a:t>de largo </a:t>
            </a:r>
            <a:r>
              <a:rPr lang="es-UY" sz="3200" b="1" i="1">
                <a:latin typeface="Bahnschrift SemiLight"/>
                <a:ea typeface="Calibri"/>
                <a:cs typeface="Calibri"/>
              </a:rPr>
              <a:t>m</a:t>
            </a:r>
            <a:r>
              <a:rPr lang="es-UY" sz="3200" dirty="0">
                <a:latin typeface="Bahnschrift SemiLight"/>
                <a:ea typeface="Calibri"/>
                <a:cs typeface="Calibri"/>
              </a:rPr>
              <a:t> </a:t>
            </a:r>
            <a:r>
              <a:rPr lang="es-UY" sz="3200">
                <a:latin typeface="Bahnschrift SemiLight"/>
                <a:ea typeface="Calibri"/>
                <a:cs typeface="Calibri"/>
              </a:rPr>
              <a:t>toma un tiempo </a:t>
            </a:r>
            <a:r>
              <a:rPr lang="es-UY" sz="3200" b="1">
                <a:latin typeface="Bahnschrift SemiLight"/>
                <a:ea typeface="Calibri"/>
                <a:cs typeface="Calibri"/>
              </a:rPr>
              <a:t>O(</a:t>
            </a:r>
            <a:r>
              <a:rPr lang="es-UY" sz="3200" b="1" i="1">
                <a:latin typeface="Bahnschrift SemiLight"/>
                <a:ea typeface="Calibri"/>
                <a:cs typeface="Calibri"/>
              </a:rPr>
              <a:t>d*m</a:t>
            </a:r>
            <a:r>
              <a:rPr lang="es-UY" sz="3200" b="1">
                <a:latin typeface="Bahnschrift SemiLight"/>
                <a:ea typeface="Calibri"/>
                <a:cs typeface="Calibri"/>
              </a:rPr>
              <a:t>)</a:t>
            </a:r>
            <a:endParaRPr lang="en-US" sz="3200">
              <a:latin typeface="Bahnschrift SemiLight"/>
            </a:endParaRPr>
          </a:p>
          <a:p>
            <a:pPr marL="457200" indent="-457200"/>
            <a:endParaRPr lang="es-UY" sz="3200" dirty="0">
              <a:latin typeface="Bahnschrift SemiLight"/>
              <a:ea typeface="Calibri"/>
              <a:cs typeface="Calibri"/>
            </a:endParaRPr>
          </a:p>
          <a:p>
            <a:pPr marL="457200" indent="-457200"/>
            <a:r>
              <a:rPr lang="es-UY" sz="3200" dirty="0">
                <a:latin typeface="Bahnschrift SemiLight"/>
                <a:ea typeface="Calibri"/>
                <a:cs typeface="Calibri"/>
              </a:rPr>
              <a:t>Alfabeto es de tamaño constante, (ej.: lenguajes naturales o cadenas ADN), una consulta toma un tiempo </a:t>
            </a:r>
            <a:r>
              <a:rPr lang="es-UY" sz="3200" b="1" dirty="0">
                <a:latin typeface="Bahnschrift SemiLight"/>
                <a:ea typeface="Calibri"/>
                <a:cs typeface="Calibri"/>
              </a:rPr>
              <a:t>O(</a:t>
            </a:r>
            <a:r>
              <a:rPr lang="es-UY" sz="3200" b="1" i="1" dirty="0">
                <a:latin typeface="Bahnschrift SemiLight"/>
                <a:ea typeface="Calibri"/>
                <a:cs typeface="Calibri"/>
              </a:rPr>
              <a:t>m</a:t>
            </a:r>
            <a:r>
              <a:rPr lang="es-UY" sz="3200" b="1" dirty="0">
                <a:latin typeface="Bahnschrift SemiLight"/>
                <a:ea typeface="Calibri"/>
                <a:cs typeface="Calibri"/>
              </a:rPr>
              <a:t>)</a:t>
            </a:r>
            <a:r>
              <a:rPr lang="es-UY" sz="3200" dirty="0">
                <a:latin typeface="Bahnschrift SemiLight"/>
                <a:ea typeface="Calibri"/>
                <a:cs typeface="Calibri"/>
              </a:rPr>
              <a:t>, proporcional al </a:t>
            </a:r>
            <a:r>
              <a:rPr lang="es-UY" sz="3200" b="1" i="1">
                <a:solidFill>
                  <a:srgbClr val="FF0000"/>
                </a:solidFill>
                <a:latin typeface="Bahnschrift SemiLight"/>
                <a:ea typeface="Calibri"/>
                <a:cs typeface="Calibri"/>
              </a:rPr>
              <a:t>tamaño del patrón</a:t>
            </a:r>
            <a:r>
              <a:rPr lang="es-UY" sz="3200" b="1" i="1" dirty="0">
                <a:solidFill>
                  <a:srgbClr val="FF0000"/>
                </a:solidFill>
                <a:latin typeface="Bahnschrift SemiLight"/>
                <a:ea typeface="Calibri"/>
                <a:cs typeface="Calibri"/>
              </a:rPr>
              <a:t> </a:t>
            </a:r>
            <a:endParaRPr lang="en-US" sz="3200" b="1" i="1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UY" sz="3600" b="1" dirty="0">
                <a:latin typeface="Bahnschrift SemiLight"/>
                <a:ea typeface="Calibri"/>
                <a:cs typeface="Calibri"/>
              </a:rPr>
              <a:t>   </a:t>
            </a:r>
            <a:r>
              <a:rPr lang="es-UY" sz="3600" b="1" dirty="0">
                <a:solidFill>
                  <a:srgbClr val="FF0000"/>
                </a:solidFill>
                <a:latin typeface="Bahnschrift SemiLight"/>
                <a:ea typeface="Calibri"/>
                <a:cs typeface="Calibri"/>
              </a:rPr>
              <a:t>(independiente del tamaño del texto!)</a:t>
            </a:r>
            <a:endParaRPr lang="es-UY" sz="3600" b="1" dirty="0">
              <a:solidFill>
                <a:srgbClr val="FF0000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s-UY" sz="3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32184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CEF76-FB97-3B82-63FF-6D220BA3F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tree&#10;&#10;AI-generated content may be incorrect.">
            <a:extLst>
              <a:ext uri="{FF2B5EF4-FFF2-40B4-BE49-F238E27FC236}">
                <a16:creationId xmlns:a16="http://schemas.microsoft.com/office/drawing/2014/main" id="{402D6766-55BA-10CA-66A1-71E09C76C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367" y="68263"/>
            <a:ext cx="8187266" cy="61404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166219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DFBF7-29DF-048E-26F8-DE2629B12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A98A59D0-73D7-2699-6F6B-C66A67327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Búsqueda en trie – palabra completa</a:t>
            </a: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Marcador de contenido 3">
            <a:extLst>
              <a:ext uri="{FF2B5EF4-FFF2-40B4-BE49-F238E27FC236}">
                <a16:creationId xmlns:a16="http://schemas.microsoft.com/office/drawing/2014/main" id="{7A9EA76C-7B86-1028-19C3-8055BAD2D56E}"/>
              </a:ext>
            </a:extLst>
          </p:cNvPr>
          <p:cNvSpPr txBox="1">
            <a:spLocks/>
          </p:cNvSpPr>
          <p:nvPr/>
        </p:nvSpPr>
        <p:spPr>
          <a:xfrm>
            <a:off x="840553" y="1170164"/>
            <a:ext cx="5643562" cy="475848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s-UY" sz="24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Seguir el camino desde la raíz, </a:t>
            </a:r>
            <a:r>
              <a:rPr lang="es-UY" sz="240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indicado por los caracteres de la entrada (prefijo)</a:t>
            </a:r>
          </a:p>
          <a:p>
            <a:pPr marL="457200" indent="-457200"/>
            <a:r>
              <a:rPr lang="es-UY" sz="24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Similar a la búsqueda de palabras completas, pero termina en un nodo interno (ejemplos “</a:t>
            </a:r>
            <a:r>
              <a:rPr lang="es-UY" sz="2400" b="1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be</a:t>
            </a:r>
            <a:r>
              <a:rPr lang="es-UY" sz="2400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”,“bu</a:t>
            </a:r>
            <a:r>
              <a:rPr lang="es-UY" sz="24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”)</a:t>
            </a:r>
            <a:endParaRPr lang="es-UY" sz="2400" dirty="0">
              <a:solidFill>
                <a:srgbClr val="000000"/>
              </a:solidFill>
              <a:latin typeface="Bahnschrift SemiLight"/>
            </a:endParaRPr>
          </a:p>
          <a:p>
            <a:pPr marL="457200" indent="-457200"/>
            <a:r>
              <a:rPr lang="es-UY" sz="24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A partir de ese nodo, podemos encontrar todas las palabras de las cuales el patrón pasado es prefijo, simplemente recorriendo </a:t>
            </a:r>
            <a:r>
              <a:rPr lang="es-UY" sz="240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para todos</a:t>
            </a:r>
            <a:r>
              <a:rPr lang="es-UY" sz="24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 los subárboles.</a:t>
            </a:r>
          </a:p>
          <a:p>
            <a:pPr marL="457200" indent="-457200"/>
            <a:endParaRPr lang="es-UY" sz="2400" dirty="0"/>
          </a:p>
          <a:p>
            <a:pPr marL="457200" indent="-457200"/>
            <a:endParaRPr lang="es-UY" sz="2400" dirty="0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pPr marL="457200" indent="-457200"/>
            <a:endParaRPr lang="es-UY" sz="2400" dirty="0">
              <a:latin typeface="Bahnschrift SemiLight"/>
              <a:ea typeface="Calibri"/>
              <a:cs typeface="Calibri"/>
            </a:endParaRPr>
          </a:p>
          <a:p>
            <a:pPr marL="457200" indent="-457200"/>
            <a:endParaRPr lang="es-UY" sz="2400" dirty="0">
              <a:latin typeface="Bahnschrift SemiLight"/>
              <a:ea typeface="Calibri"/>
              <a:cs typeface="Calibri"/>
            </a:endParaRPr>
          </a:p>
        </p:txBody>
      </p:sp>
      <p:pic>
        <p:nvPicPr>
          <p:cNvPr id="2" name="Picture 1" descr="A diagram of a tree&#10;&#10;AI-generated content may be incorrect.">
            <a:extLst>
              <a:ext uri="{FF2B5EF4-FFF2-40B4-BE49-F238E27FC236}">
                <a16:creationId xmlns:a16="http://schemas.microsoft.com/office/drawing/2014/main" id="{B25C322A-DBCB-AF33-1B49-8D977AF0D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525" y="1714500"/>
            <a:ext cx="5648325" cy="3495675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065038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35699-5CF9-FD39-F2D6-B01C37853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AD225428-CCD1-E4A7-A141-4A1A4B990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Búsqueda en tries</a:t>
            </a: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Marcador de contenido 3">
            <a:extLst>
              <a:ext uri="{FF2B5EF4-FFF2-40B4-BE49-F238E27FC236}">
                <a16:creationId xmlns:a16="http://schemas.microsoft.com/office/drawing/2014/main" id="{B4F75716-4244-DA83-03BE-329999384C75}"/>
              </a:ext>
            </a:extLst>
          </p:cNvPr>
          <p:cNvSpPr txBox="1">
            <a:spLocks/>
          </p:cNvSpPr>
          <p:nvPr/>
        </p:nvSpPr>
        <p:spPr>
          <a:xfrm>
            <a:off x="840553" y="1170164"/>
            <a:ext cx="10332792" cy="475848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s-UY" sz="2400" dirty="0">
                <a:latin typeface="Bahnschrift SemiLight"/>
                <a:ea typeface="Calibri"/>
                <a:cs typeface="Calibri"/>
              </a:rPr>
              <a:t>Representar el siguiente trie utilizando carácter especial de fin de </a:t>
            </a:r>
            <a:r>
              <a:rPr lang="es-UY" sz="2400" dirty="0" err="1">
                <a:latin typeface="Bahnschrift SemiLight"/>
                <a:ea typeface="Calibri"/>
                <a:cs typeface="Calibri"/>
              </a:rPr>
              <a:t>string</a:t>
            </a:r>
            <a:r>
              <a:rPr lang="es-UY" sz="2400" dirty="0">
                <a:latin typeface="Bahnschrift SemiLight"/>
                <a:ea typeface="Calibri"/>
                <a:cs typeface="Calibri"/>
              </a:rPr>
              <a:t> “*”.</a:t>
            </a:r>
          </a:p>
          <a:p>
            <a:pPr marL="457200" indent="-457200"/>
            <a:r>
              <a:rPr lang="es-UY" sz="2400" dirty="0">
                <a:latin typeface="Bahnschrift SemiLight"/>
                <a:ea typeface="Calibri"/>
                <a:cs typeface="Calibri"/>
              </a:rPr>
              <a:t>Buscar en el mismo las siguientes palabras: “</a:t>
            </a:r>
            <a:r>
              <a:rPr lang="es-UY" sz="2400" dirty="0" err="1">
                <a:latin typeface="Bahnschrift SemiLight"/>
                <a:ea typeface="Calibri"/>
                <a:cs typeface="Calibri"/>
              </a:rPr>
              <a:t>seal</a:t>
            </a:r>
            <a:r>
              <a:rPr lang="es-UY" sz="2400" dirty="0">
                <a:latin typeface="Bahnschrift SemiLight"/>
                <a:ea typeface="Calibri"/>
                <a:cs typeface="Calibri"/>
              </a:rPr>
              <a:t>”, “</a:t>
            </a:r>
            <a:r>
              <a:rPr lang="es-UY" sz="2400" dirty="0" err="1">
                <a:latin typeface="Bahnschrift SemiLight"/>
                <a:ea typeface="Calibri"/>
                <a:cs typeface="Calibri"/>
              </a:rPr>
              <a:t>buy</a:t>
            </a:r>
            <a:r>
              <a:rPr lang="es-UY" sz="2400" dirty="0">
                <a:latin typeface="Bahnschrift SemiLight"/>
                <a:ea typeface="Calibri"/>
                <a:cs typeface="Calibri"/>
              </a:rPr>
              <a:t>”, “</a:t>
            </a:r>
            <a:r>
              <a:rPr lang="es-UY" sz="2400" dirty="0" err="1">
                <a:latin typeface="Bahnschrift SemiLight"/>
                <a:ea typeface="Calibri"/>
                <a:cs typeface="Calibri"/>
              </a:rPr>
              <a:t>buyer</a:t>
            </a:r>
            <a:r>
              <a:rPr lang="es-UY" sz="2400" dirty="0">
                <a:latin typeface="Bahnschrift SemiLight"/>
                <a:ea typeface="Calibri"/>
                <a:cs typeface="Calibri"/>
              </a:rPr>
              <a:t>”, “head”, “stop”.</a:t>
            </a:r>
          </a:p>
          <a:p>
            <a:pPr marL="457200" indent="-457200"/>
            <a:r>
              <a:rPr lang="es-UY" sz="240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Indicar todas las </a:t>
            </a:r>
            <a:r>
              <a:rPr lang="es-UY" sz="2400">
                <a:latin typeface="Bahnschrift SemiLight"/>
                <a:ea typeface="Calibri"/>
                <a:cs typeface="Calibri"/>
              </a:rPr>
              <a:t>palabras del trie</a:t>
            </a:r>
            <a:r>
              <a:rPr lang="es-UY" sz="24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 </a:t>
            </a:r>
            <a:r>
              <a:rPr lang="es-UY" sz="240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que tengan “be” como prefijo. </a:t>
            </a:r>
            <a:endParaRPr lang="es-UY" sz="2400">
              <a:solidFill>
                <a:srgbClr val="000000"/>
              </a:solidFill>
              <a:ea typeface="Calibri"/>
              <a:cs typeface="Calibri"/>
            </a:endParaRPr>
          </a:p>
          <a:p>
            <a:pPr marL="457200" indent="-457200"/>
            <a:endParaRPr lang="es-UY" sz="2400" dirty="0">
              <a:ea typeface="Calibri"/>
              <a:cs typeface="Calibri"/>
            </a:endParaRPr>
          </a:p>
        </p:txBody>
      </p:sp>
      <p:pic>
        <p:nvPicPr>
          <p:cNvPr id="2" name="Picture 1" descr="A diagram of a tree&#10;&#10;AI-generated content may be incorrect.">
            <a:extLst>
              <a:ext uri="{FF2B5EF4-FFF2-40B4-BE49-F238E27FC236}">
                <a16:creationId xmlns:a16="http://schemas.microsoft.com/office/drawing/2014/main" id="{3E5A427E-F908-47FA-4014-692C11166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351" y="3255619"/>
            <a:ext cx="8248650" cy="2962275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9463552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EFC81-6051-6F46-314B-DE768B7C3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05D0E555-701D-D1AB-CB47-8300CF4A9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Inserción en tries</a:t>
            </a: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Marcador de contenido 3">
            <a:extLst>
              <a:ext uri="{FF2B5EF4-FFF2-40B4-BE49-F238E27FC236}">
                <a16:creationId xmlns:a16="http://schemas.microsoft.com/office/drawing/2014/main" id="{2EFA0409-2ED9-D472-17F1-685685DD5AFB}"/>
              </a:ext>
            </a:extLst>
          </p:cNvPr>
          <p:cNvSpPr txBox="1">
            <a:spLocks/>
          </p:cNvSpPr>
          <p:nvPr/>
        </p:nvSpPr>
        <p:spPr>
          <a:xfrm>
            <a:off x="840553" y="1170164"/>
            <a:ext cx="10332792" cy="475848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s-UY" sz="2400" b="1" dirty="0">
                <a:latin typeface="Bahnschrift SemiLight"/>
                <a:ea typeface="Calibri"/>
                <a:cs typeface="Calibri"/>
              </a:rPr>
              <a:t>Objetivo</a:t>
            </a:r>
            <a:r>
              <a:rPr lang="es-UY" sz="2400" dirty="0">
                <a:latin typeface="Bahnschrift SemiLight"/>
                <a:ea typeface="Calibri"/>
                <a:cs typeface="Calibri"/>
              </a:rPr>
              <a:t>: Insertar las </a:t>
            </a:r>
            <a:r>
              <a:rPr lang="es-UY" sz="2400" dirty="0" err="1">
                <a:latin typeface="Bahnschrift SemiLight"/>
                <a:ea typeface="Calibri"/>
                <a:cs typeface="Calibri"/>
              </a:rPr>
              <a:t>strings</a:t>
            </a:r>
            <a:r>
              <a:rPr lang="es-UY" sz="2400" dirty="0">
                <a:latin typeface="Bahnschrift SemiLight"/>
                <a:ea typeface="Calibri"/>
                <a:cs typeface="Calibri"/>
              </a:rPr>
              <a:t> una a la vez.</a:t>
            </a:r>
          </a:p>
          <a:p>
            <a:pPr marL="457200" indent="-457200"/>
            <a:r>
              <a:rPr lang="es-UY" sz="2400" b="1" dirty="0">
                <a:latin typeface="Bahnschrift SemiLight"/>
                <a:ea typeface="Calibri"/>
                <a:cs typeface="Calibri"/>
              </a:rPr>
              <a:t>Condición</a:t>
            </a:r>
            <a:r>
              <a:rPr lang="es-UY" sz="2400" dirty="0">
                <a:latin typeface="Bahnschrift SemiLight"/>
                <a:ea typeface="Calibri"/>
                <a:cs typeface="Calibri"/>
              </a:rPr>
              <a:t>: Ninguna </a:t>
            </a:r>
            <a:r>
              <a:rPr lang="es-UY" sz="2400" dirty="0" err="1">
                <a:latin typeface="Bahnschrift SemiLight"/>
                <a:ea typeface="Calibri"/>
                <a:cs typeface="Calibri"/>
              </a:rPr>
              <a:t>string</a:t>
            </a:r>
            <a:r>
              <a:rPr lang="es-UY" sz="2400" dirty="0">
                <a:latin typeface="Bahnschrift SemiLight"/>
                <a:ea typeface="Calibri"/>
                <a:cs typeface="Calibri"/>
              </a:rPr>
              <a:t> de </a:t>
            </a:r>
            <a:r>
              <a:rPr lang="es-UY" sz="2400" b="1" i="1" dirty="0">
                <a:latin typeface="Bahnschrift SemiLight"/>
                <a:ea typeface="Calibri"/>
                <a:cs typeface="Calibri"/>
              </a:rPr>
              <a:t>S</a:t>
            </a:r>
            <a:r>
              <a:rPr lang="es-UY" sz="2400" dirty="0">
                <a:latin typeface="Bahnschrift SemiLight"/>
                <a:ea typeface="Calibri"/>
                <a:cs typeface="Calibri"/>
              </a:rPr>
              <a:t> es prefijo de otra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s-UY" sz="2000" b="1" dirty="0">
                <a:latin typeface="Bahnschrift SemiLight"/>
                <a:ea typeface="Calibri"/>
                <a:cs typeface="Calibri"/>
              </a:rPr>
              <a:t>Siempre se puede satisfacer esta condición, agregando un carácter especial al final de cada </a:t>
            </a:r>
            <a:r>
              <a:rPr lang="es-UY" sz="2000" b="1" dirty="0" err="1">
                <a:latin typeface="Bahnschrift SemiLight"/>
                <a:ea typeface="Calibri"/>
                <a:cs typeface="Calibri"/>
              </a:rPr>
              <a:t>string</a:t>
            </a:r>
            <a:r>
              <a:rPr lang="es-UY" sz="2000" b="1" dirty="0">
                <a:latin typeface="Bahnschrift SemiLight"/>
                <a:ea typeface="Calibri"/>
                <a:cs typeface="Calibri"/>
              </a:rPr>
              <a:t>. (</a:t>
            </a:r>
            <a:r>
              <a:rPr lang="es-UY" sz="2000" b="1" dirty="0" err="1">
                <a:latin typeface="Bahnschrift SemiLight"/>
                <a:ea typeface="Calibri"/>
                <a:cs typeface="Calibri"/>
              </a:rPr>
              <a:t>ej</a:t>
            </a:r>
            <a:r>
              <a:rPr lang="es-UY" sz="2000" b="1" dirty="0">
                <a:latin typeface="Bahnschrift SemiLight"/>
                <a:ea typeface="Calibri"/>
                <a:cs typeface="Calibri"/>
              </a:rPr>
              <a:t>: “*”)</a:t>
            </a:r>
          </a:p>
          <a:p>
            <a:pPr marL="457200" indent="-457200"/>
            <a:r>
              <a:rPr lang="es-UY" sz="2400" b="1" dirty="0">
                <a:latin typeface="Bahnschrift SemiLight"/>
                <a:ea typeface="Calibri"/>
                <a:cs typeface="Calibri"/>
              </a:rPr>
              <a:t>Insertar una </a:t>
            </a:r>
            <a:r>
              <a:rPr lang="es-UY" sz="2400" b="1" dirty="0" err="1">
                <a:latin typeface="Bahnschrift SemiLight"/>
                <a:ea typeface="Calibri"/>
                <a:cs typeface="Calibri"/>
              </a:rPr>
              <a:t>string</a:t>
            </a:r>
            <a:r>
              <a:rPr lang="es-UY" sz="2400" b="1" dirty="0">
                <a:latin typeface="Bahnschrift SemiLight"/>
                <a:ea typeface="Calibri"/>
                <a:cs typeface="Calibri"/>
              </a:rPr>
              <a:t> </a:t>
            </a:r>
            <a:r>
              <a:rPr lang="es-UY" sz="2400" b="1" i="1" dirty="0">
                <a:latin typeface="Bahnschrift SemiLight"/>
                <a:ea typeface="Calibri"/>
                <a:cs typeface="Calibri"/>
              </a:rPr>
              <a:t>X</a:t>
            </a:r>
            <a:r>
              <a:rPr lang="es-UY" sz="2400" dirty="0">
                <a:latin typeface="Bahnschrift SemiLight"/>
                <a:ea typeface="Calibri"/>
                <a:cs typeface="Calibri"/>
              </a:rPr>
              <a:t>: primero tratamos de recorrer el camino asociado con </a:t>
            </a:r>
            <a:r>
              <a:rPr lang="es-UY" sz="2400" b="1" i="1" dirty="0">
                <a:latin typeface="Bahnschrift SemiLight"/>
                <a:ea typeface="Calibri"/>
                <a:cs typeface="Calibri"/>
              </a:rPr>
              <a:t>X</a:t>
            </a:r>
            <a:r>
              <a:rPr lang="es-UY" sz="2400" dirty="0">
                <a:latin typeface="Bahnschrift SemiLight"/>
                <a:ea typeface="Calibri"/>
                <a:cs typeface="Calibri"/>
              </a:rPr>
              <a:t> en </a:t>
            </a:r>
            <a:r>
              <a:rPr lang="es-UY" sz="2400" b="1" i="1" dirty="0">
                <a:latin typeface="Bahnschrift SemiLight"/>
                <a:ea typeface="Calibri"/>
                <a:cs typeface="Calibri"/>
              </a:rPr>
              <a:t>T</a:t>
            </a:r>
            <a:r>
              <a:rPr lang="es-UY" sz="2400" dirty="0">
                <a:latin typeface="Bahnschrift SemiLight"/>
                <a:ea typeface="Calibri"/>
                <a:cs typeface="Calibri"/>
              </a:rPr>
              <a:t>. </a:t>
            </a:r>
          </a:p>
          <a:p>
            <a:pPr marL="457200" indent="-457200"/>
            <a:r>
              <a:rPr lang="es-UY" sz="2400" b="1" i="1">
                <a:latin typeface="Bahnschrift SemiLight"/>
                <a:ea typeface="Calibri"/>
                <a:cs typeface="Calibri"/>
              </a:rPr>
              <a:t>X</a:t>
            </a:r>
            <a:r>
              <a:rPr lang="es-UY" sz="2400">
                <a:latin typeface="Bahnschrift SemiLight"/>
                <a:ea typeface="Calibri"/>
                <a:cs typeface="Calibri"/>
              </a:rPr>
              <a:t> no está en </a:t>
            </a:r>
            <a:r>
              <a:rPr lang="es-UY" sz="2400" b="1" i="1">
                <a:latin typeface="Bahnschrift SemiLight"/>
                <a:ea typeface="Calibri"/>
                <a:cs typeface="Calibri"/>
              </a:rPr>
              <a:t>T</a:t>
            </a:r>
            <a:r>
              <a:rPr lang="es-UY" sz="2400">
                <a:latin typeface="Bahnschrift SemiLight"/>
                <a:ea typeface="Calibri"/>
                <a:cs typeface="Calibri"/>
              </a:rPr>
              <a:t> : pararemos en un nodo interno </a:t>
            </a:r>
            <a:r>
              <a:rPr lang="es-UY" sz="2400" b="1" i="1">
                <a:latin typeface="Bahnschrift SemiLight"/>
                <a:ea typeface="Calibri"/>
                <a:cs typeface="Calibri"/>
              </a:rPr>
              <a:t>v</a:t>
            </a:r>
            <a:r>
              <a:rPr lang="es-UY" sz="2400">
                <a:latin typeface="Bahnschrift SemiLight"/>
                <a:ea typeface="Calibri"/>
                <a:cs typeface="Calibri"/>
              </a:rPr>
              <a:t>. </a:t>
            </a:r>
            <a:endParaRPr lang="es-UY" sz="2400" dirty="0">
              <a:latin typeface="Bahnschrift SemiLight"/>
              <a:ea typeface="Calibri"/>
              <a:cs typeface="Calibri"/>
            </a:endParaRPr>
          </a:p>
          <a:p>
            <a:pPr marL="457200" indent="-457200"/>
            <a:r>
              <a:rPr lang="es-UY" sz="2400">
                <a:latin typeface="Bahnschrift SemiLight"/>
                <a:ea typeface="Calibri"/>
                <a:cs typeface="Calibri"/>
              </a:rPr>
              <a:t>Crear nueva cadena de nodos descendientes de </a:t>
            </a:r>
            <a:r>
              <a:rPr lang="es-UY" sz="2400" b="1" i="1">
                <a:latin typeface="Bahnschrift SemiLight"/>
                <a:ea typeface="Calibri"/>
                <a:cs typeface="Calibri"/>
              </a:rPr>
              <a:t>v</a:t>
            </a:r>
            <a:r>
              <a:rPr lang="es-UY" sz="2400">
                <a:latin typeface="Bahnschrift SemiLight"/>
                <a:ea typeface="Calibri"/>
                <a:cs typeface="Calibri"/>
              </a:rPr>
              <a:t> para almacenar los restantes caracteres de </a:t>
            </a:r>
            <a:r>
              <a:rPr lang="es-UY" sz="2400" b="1" i="1">
                <a:latin typeface="Bahnschrift SemiLight"/>
                <a:ea typeface="Calibri"/>
                <a:cs typeface="Calibri"/>
              </a:rPr>
              <a:t>X</a:t>
            </a:r>
            <a:r>
              <a:rPr lang="es-UY" sz="2400">
                <a:latin typeface="Bahnschrift SemiLight"/>
                <a:ea typeface="Calibri"/>
                <a:cs typeface="Calibri"/>
              </a:rPr>
              <a:t>. </a:t>
            </a:r>
            <a:endParaRPr lang="es-UY" sz="2400" dirty="0">
              <a:latin typeface="Bahnschrift SemiLight"/>
              <a:ea typeface="Calibri"/>
              <a:cs typeface="Calibri"/>
            </a:endParaRPr>
          </a:p>
          <a:p>
            <a:pPr marL="457200" indent="-457200"/>
            <a:r>
              <a:rPr lang="es-UY" sz="2400" b="1">
                <a:latin typeface="Bahnschrift SemiLight"/>
                <a:ea typeface="Calibri"/>
                <a:cs typeface="Calibri"/>
              </a:rPr>
              <a:t>Tiempo </a:t>
            </a:r>
            <a:r>
              <a:rPr lang="es-UY" sz="2400">
                <a:latin typeface="Bahnschrift SemiLight"/>
                <a:ea typeface="Calibri"/>
                <a:cs typeface="Calibri"/>
              </a:rPr>
              <a:t>para insertar </a:t>
            </a:r>
            <a:r>
              <a:rPr lang="es-UY" sz="2400" b="1" i="1">
                <a:latin typeface="Bahnschrift SemiLight"/>
                <a:ea typeface="Calibri"/>
                <a:cs typeface="Calibri"/>
              </a:rPr>
              <a:t>X</a:t>
            </a:r>
            <a:r>
              <a:rPr lang="es-UY" sz="2400">
                <a:latin typeface="Bahnschrift SemiLight"/>
                <a:ea typeface="Calibri"/>
                <a:cs typeface="Calibri"/>
              </a:rPr>
              <a:t> : </a:t>
            </a:r>
            <a:r>
              <a:rPr lang="es-UY" sz="2400" b="1">
                <a:latin typeface="Bahnschrift SemiLight"/>
                <a:ea typeface="Calibri"/>
                <a:cs typeface="Calibri"/>
              </a:rPr>
              <a:t>O(</a:t>
            </a:r>
            <a:r>
              <a:rPr lang="es-UY" sz="2400" b="1" i="1">
                <a:latin typeface="Bahnschrift SemiLight"/>
                <a:ea typeface="Calibri"/>
                <a:cs typeface="Calibri"/>
              </a:rPr>
              <a:t>d*m</a:t>
            </a:r>
            <a:r>
              <a:rPr lang="es-UY" sz="2400" b="1">
                <a:latin typeface="Bahnschrift SemiLight"/>
                <a:ea typeface="Calibri"/>
                <a:cs typeface="Calibri"/>
              </a:rPr>
              <a:t>)</a:t>
            </a:r>
            <a:r>
              <a:rPr lang="es-UY" sz="2400">
                <a:latin typeface="Bahnschrift SemiLight"/>
                <a:ea typeface="Calibri"/>
                <a:cs typeface="Calibri"/>
              </a:rPr>
              <a:t>, </a:t>
            </a:r>
            <a:r>
              <a:rPr lang="es-UY" sz="2400" b="1" i="1">
                <a:latin typeface="Bahnschrift SemiLight"/>
                <a:ea typeface="Calibri"/>
                <a:cs typeface="Calibri"/>
              </a:rPr>
              <a:t>m</a:t>
            </a:r>
            <a:r>
              <a:rPr lang="es-UY" sz="2400" i="1" dirty="0">
                <a:latin typeface="Bahnschrift SemiLight"/>
                <a:ea typeface="Calibri"/>
                <a:cs typeface="Calibri"/>
              </a:rPr>
              <a:t> </a:t>
            </a:r>
            <a:r>
              <a:rPr lang="es-UY" sz="2400">
                <a:latin typeface="Bahnschrift SemiLight"/>
                <a:ea typeface="Calibri"/>
                <a:cs typeface="Calibri"/>
              </a:rPr>
              <a:t>es el largo de </a:t>
            </a:r>
            <a:r>
              <a:rPr lang="es-UY" sz="2400" b="1" i="1">
                <a:latin typeface="Bahnschrift SemiLight"/>
                <a:ea typeface="Calibri"/>
                <a:cs typeface="Calibri"/>
              </a:rPr>
              <a:t>X</a:t>
            </a:r>
            <a:r>
              <a:rPr lang="es-UY" sz="2400">
                <a:latin typeface="Bahnschrift SemiLight"/>
                <a:ea typeface="Calibri"/>
                <a:cs typeface="Calibri"/>
              </a:rPr>
              <a:t> y </a:t>
            </a:r>
            <a:r>
              <a:rPr lang="es-UY" sz="2400" b="1" i="1">
                <a:latin typeface="Bahnschrift SemiLight"/>
                <a:ea typeface="Calibri"/>
                <a:cs typeface="Calibri"/>
              </a:rPr>
              <a:t>d</a:t>
            </a:r>
            <a:r>
              <a:rPr lang="es-UY" sz="2400">
                <a:latin typeface="Bahnschrift SemiLight"/>
                <a:ea typeface="Calibri"/>
                <a:cs typeface="Calibri"/>
              </a:rPr>
              <a:t> es el tamaño del alfabeto</a:t>
            </a:r>
            <a:endParaRPr lang="es-UY" sz="2400" dirty="0">
              <a:latin typeface="Bahnschrift SemiLight"/>
              <a:ea typeface="Calibri"/>
              <a:cs typeface="Calibri"/>
            </a:endParaRPr>
          </a:p>
          <a:p>
            <a:pPr marL="457200" indent="-457200"/>
            <a:r>
              <a:rPr lang="es-UY" sz="2400" b="1" dirty="0">
                <a:latin typeface="Bahnschrift SemiLight"/>
                <a:ea typeface="Calibri"/>
                <a:cs typeface="Calibri"/>
              </a:rPr>
              <a:t>Construcción</a:t>
            </a:r>
            <a:r>
              <a:rPr lang="es-UY" sz="2400" b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 del trie entero</a:t>
            </a:r>
            <a:r>
              <a:rPr lang="es-UY" sz="2400" b="1" dirty="0">
                <a:latin typeface="Bahnschrift SemiLight"/>
                <a:ea typeface="Calibri"/>
                <a:cs typeface="Calibri"/>
              </a:rPr>
              <a:t>: O(</a:t>
            </a:r>
            <a:r>
              <a:rPr lang="es-UY" sz="2400" b="1" i="1" dirty="0">
                <a:latin typeface="Bahnschrift SemiLight"/>
                <a:ea typeface="Calibri"/>
                <a:cs typeface="Calibri"/>
              </a:rPr>
              <a:t>d*n</a:t>
            </a:r>
            <a:r>
              <a:rPr lang="es-UY" sz="2400" b="1" dirty="0">
                <a:latin typeface="Bahnschrift SemiLight"/>
                <a:ea typeface="Calibri"/>
                <a:cs typeface="Calibri"/>
              </a:rPr>
              <a:t>), </a:t>
            </a:r>
            <a:r>
              <a:rPr lang="es-UY" sz="2400" b="1" i="1" dirty="0">
                <a:latin typeface="Bahnschrift SemiLight"/>
                <a:ea typeface="Calibri"/>
                <a:cs typeface="Calibri"/>
              </a:rPr>
              <a:t>n</a:t>
            </a:r>
            <a:r>
              <a:rPr lang="es-UY" sz="2400" dirty="0">
                <a:latin typeface="Bahnschrift SemiLight"/>
                <a:ea typeface="Calibri"/>
                <a:cs typeface="Calibri"/>
              </a:rPr>
              <a:t> </a:t>
            </a:r>
            <a:r>
              <a:rPr lang="es-UY" sz="24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largo total de todas las </a:t>
            </a:r>
            <a:r>
              <a:rPr lang="es-UY" sz="2400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strings</a:t>
            </a:r>
            <a:r>
              <a:rPr lang="es-UY" sz="24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 de </a:t>
            </a:r>
            <a:r>
              <a:rPr lang="es-UY" sz="2400" b="1" i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</a:t>
            </a:r>
          </a:p>
          <a:p>
            <a:pPr marL="457200" indent="-457200"/>
            <a:endParaRPr lang="es-UY" sz="2400" dirty="0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pPr marL="457200" indent="-457200"/>
            <a:endParaRPr lang="es-UY" sz="2400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457200" indent="-457200"/>
            <a:endParaRPr lang="es-UY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736972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3B7BB-12CB-D215-810E-305482D89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7E93317F-4C49-D6E1-D6CB-BF43DDEC1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Inserción en tries</a:t>
            </a: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Marcador de contenido 3">
            <a:extLst>
              <a:ext uri="{FF2B5EF4-FFF2-40B4-BE49-F238E27FC236}">
                <a16:creationId xmlns:a16="http://schemas.microsoft.com/office/drawing/2014/main" id="{52C7A0FC-833F-2434-EB2A-FC251EEDF58B}"/>
              </a:ext>
            </a:extLst>
          </p:cNvPr>
          <p:cNvSpPr txBox="1">
            <a:spLocks/>
          </p:cNvSpPr>
          <p:nvPr/>
        </p:nvSpPr>
        <p:spPr>
          <a:xfrm>
            <a:off x="840553" y="1170164"/>
            <a:ext cx="10332792" cy="475848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s-UY" sz="2400" dirty="0">
                <a:latin typeface="Bahnschrift SemiLight"/>
                <a:ea typeface="Calibri"/>
                <a:cs typeface="Calibri"/>
              </a:rPr>
              <a:t>Representar el siguiente trie utilizando carácter especial de fin de </a:t>
            </a:r>
            <a:r>
              <a:rPr lang="es-UY" sz="2400" dirty="0" err="1">
                <a:latin typeface="Bahnschrift SemiLight"/>
                <a:ea typeface="Calibri"/>
                <a:cs typeface="Calibri"/>
              </a:rPr>
              <a:t>string</a:t>
            </a:r>
            <a:r>
              <a:rPr lang="es-UY" sz="2400" dirty="0">
                <a:latin typeface="Bahnschrift SemiLight"/>
                <a:ea typeface="Calibri"/>
                <a:cs typeface="Calibri"/>
              </a:rPr>
              <a:t> “</a:t>
            </a:r>
            <a:r>
              <a:rPr lang="es-UY" sz="2400" b="1" dirty="0">
                <a:latin typeface="Bahnschrift SemiLight"/>
                <a:ea typeface="Calibri"/>
                <a:cs typeface="Calibri"/>
              </a:rPr>
              <a:t>*</a:t>
            </a:r>
            <a:r>
              <a:rPr lang="es-UY" sz="2400" dirty="0">
                <a:latin typeface="Bahnschrift SemiLight"/>
                <a:ea typeface="Calibri"/>
                <a:cs typeface="Calibri"/>
              </a:rPr>
              <a:t>”</a:t>
            </a:r>
          </a:p>
          <a:p>
            <a:pPr marL="457200" indent="-457200"/>
            <a:r>
              <a:rPr lang="es-UY" sz="2400">
                <a:latin typeface="Bahnschrift SemiLight"/>
                <a:ea typeface="Calibri"/>
                <a:cs typeface="Calibri"/>
              </a:rPr>
              <a:t>Insertar </a:t>
            </a:r>
            <a:r>
              <a:rPr lang="es-UY" sz="240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las siguientes palabras: 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s-UY" sz="20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“beat”, “</a:t>
            </a:r>
            <a:r>
              <a:rPr lang="es-UY" sz="2000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seat</a:t>
            </a:r>
            <a:r>
              <a:rPr lang="es-UY" sz="20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”, “</a:t>
            </a:r>
            <a:r>
              <a:rPr lang="es-UY" sz="2000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buyer</a:t>
            </a:r>
            <a:r>
              <a:rPr lang="es-UY" sz="20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”, “head”, “</a:t>
            </a:r>
            <a:r>
              <a:rPr lang="es-UY" sz="2000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heal</a:t>
            </a:r>
            <a:r>
              <a:rPr lang="es-UY" sz="20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”, “sea”</a:t>
            </a:r>
          </a:p>
          <a:p>
            <a:pPr marL="457200" indent="-457200"/>
            <a:endParaRPr lang="es-UY" sz="2400" dirty="0">
              <a:ea typeface="Calibri"/>
              <a:cs typeface="Calibri"/>
            </a:endParaRPr>
          </a:p>
        </p:txBody>
      </p:sp>
      <p:pic>
        <p:nvPicPr>
          <p:cNvPr id="2" name="Picture 1" descr="A diagram of a tree&#10;&#10;AI-generated content may be incorrect.">
            <a:extLst>
              <a:ext uri="{FF2B5EF4-FFF2-40B4-BE49-F238E27FC236}">
                <a16:creationId xmlns:a16="http://schemas.microsoft.com/office/drawing/2014/main" id="{FCE3B96C-07F2-336D-9142-876DA678D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297" y="2870243"/>
            <a:ext cx="8382000" cy="3362325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9868420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576ED-1130-747B-1AFC-5B465B10F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505855C4-5BAA-3260-8464-346C88FD8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 dirty="0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Representación del nodo del trie…?</a:t>
            </a: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Marcador de contenido 3">
            <a:extLst>
              <a:ext uri="{FF2B5EF4-FFF2-40B4-BE49-F238E27FC236}">
                <a16:creationId xmlns:a16="http://schemas.microsoft.com/office/drawing/2014/main" id="{5EA2FD27-3E9A-F18B-387E-3086AF402175}"/>
              </a:ext>
            </a:extLst>
          </p:cNvPr>
          <p:cNvSpPr txBox="1">
            <a:spLocks/>
          </p:cNvSpPr>
          <p:nvPr/>
        </p:nvSpPr>
        <p:spPr>
          <a:xfrm>
            <a:off x="840553" y="1170164"/>
            <a:ext cx="10332792" cy="475848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s-UY" sz="2400">
                <a:latin typeface="Bahnschrift SemiLight"/>
                <a:ea typeface="Calibri"/>
                <a:cs typeface="Calibri"/>
              </a:rPr>
              <a:t>Cada nodo puede tener hasta </a:t>
            </a:r>
            <a:r>
              <a:rPr lang="es-UY" sz="2400" b="1" i="1">
                <a:latin typeface="Bahnschrift SemiLight"/>
                <a:ea typeface="Calibri"/>
                <a:cs typeface="Calibri"/>
              </a:rPr>
              <a:t>d</a:t>
            </a:r>
            <a:r>
              <a:rPr lang="es-UY" sz="2400">
                <a:latin typeface="Bahnschrift SemiLight"/>
                <a:ea typeface="Calibri"/>
                <a:cs typeface="Calibri"/>
              </a:rPr>
              <a:t> (tamaño del alfabeto) subárboles, o sea, hasta </a:t>
            </a:r>
            <a:r>
              <a:rPr lang="es-UY" sz="2400" b="1" i="1">
                <a:latin typeface="Bahnschrift SemiLight"/>
                <a:ea typeface="Calibri"/>
                <a:cs typeface="Calibri"/>
              </a:rPr>
              <a:t>d </a:t>
            </a:r>
            <a:r>
              <a:rPr lang="es-UY" sz="2400">
                <a:latin typeface="Bahnschrift SemiLight"/>
                <a:ea typeface="Calibri"/>
                <a:cs typeface="Calibri"/>
              </a:rPr>
              <a:t>referencias a nodos trie (una para cada posible carácter del alfabeto)</a:t>
            </a:r>
            <a:endParaRPr lang="es-UY" sz="2400" dirty="0">
              <a:latin typeface="Bahnschrift SemiLight"/>
              <a:ea typeface="Calibri"/>
              <a:cs typeface="Calibri"/>
            </a:endParaRPr>
          </a:p>
          <a:p>
            <a:pPr marL="457200" indent="-457200"/>
            <a:r>
              <a:rPr lang="es-UY" sz="2400" dirty="0">
                <a:latin typeface="Bahnschrift SemiLight"/>
                <a:ea typeface="Calibri"/>
                <a:cs typeface="Calibri"/>
              </a:rPr>
              <a:t>La forma en que realizamos </a:t>
            </a:r>
            <a:r>
              <a:rPr lang="es-UY" sz="2400">
                <a:latin typeface="Bahnschrift SemiLight"/>
                <a:ea typeface="Calibri"/>
                <a:cs typeface="Calibri"/>
              </a:rPr>
              <a:t>esta representación impacta en el consumo de memoria….</a:t>
            </a:r>
            <a:endParaRPr lang="es-UY" sz="2400" dirty="0">
              <a:latin typeface="Bahnschrift SemiLight"/>
              <a:ea typeface="Calibri"/>
              <a:cs typeface="Calibri"/>
            </a:endParaRPr>
          </a:p>
          <a:p>
            <a:pPr marL="457200" indent="-457200"/>
            <a:r>
              <a:rPr lang="es-UY" sz="2400" dirty="0">
                <a:latin typeface="Bahnschrift SemiLight"/>
                <a:ea typeface="Calibri"/>
                <a:cs typeface="Calibri"/>
              </a:rPr>
              <a:t>Operativamente, lo que nos interesa es, dado un carácter del alfabeto, </a:t>
            </a:r>
            <a:r>
              <a:rPr lang="es-UY" sz="2400">
                <a:latin typeface="Bahnschrift SemiLight"/>
                <a:ea typeface="Calibri"/>
                <a:cs typeface="Calibri"/>
              </a:rPr>
              <a:t>obtener la referencia al subárbol correspondiente (si existe)</a:t>
            </a:r>
            <a:endParaRPr lang="es-UY" sz="2400" dirty="0">
              <a:latin typeface="Bahnschrift SemiLight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s-UY" sz="2400" b="1" i="1" dirty="0">
                <a:latin typeface="Bahnschrift SemiLight"/>
                <a:ea typeface="Calibri"/>
                <a:cs typeface="Calibri"/>
              </a:rPr>
              <a:t>        </a:t>
            </a:r>
            <a:r>
              <a:rPr lang="es-UY" sz="2400" b="1" i="1" dirty="0" err="1">
                <a:latin typeface="Bahnschrift SemiLight"/>
                <a:ea typeface="Calibri"/>
                <a:cs typeface="Calibri"/>
              </a:rPr>
              <a:t>TnodoTrie</a:t>
            </a:r>
            <a:r>
              <a:rPr lang="es-UY" sz="2400" b="1" i="1" dirty="0">
                <a:latin typeface="Bahnschrift SemiLight"/>
                <a:ea typeface="Calibri"/>
                <a:cs typeface="Calibri"/>
              </a:rPr>
              <a:t> hijo</a:t>
            </a:r>
            <a:r>
              <a:rPr lang="es-UY" sz="2400" b="1" i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 = </a:t>
            </a:r>
            <a:r>
              <a:rPr lang="es-UY" sz="2400" b="1" i="1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obtenerHijo</a:t>
            </a:r>
            <a:r>
              <a:rPr lang="es-UY" sz="2400" b="1" i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 (</a:t>
            </a:r>
            <a:r>
              <a:rPr lang="es-UY" sz="2400" b="1" i="1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caracter</a:t>
            </a:r>
            <a:r>
              <a:rPr lang="es-UY" sz="2400" b="1" i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)</a:t>
            </a:r>
          </a:p>
          <a:p>
            <a:pPr marL="457200" indent="-457200"/>
            <a:r>
              <a:rPr lang="es-UY" sz="2400" i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Mapas &lt;</a:t>
            </a:r>
            <a:r>
              <a:rPr lang="es-UY" sz="2400" i="1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k,v</a:t>
            </a:r>
            <a:r>
              <a:rPr lang="es-UY" sz="2400" i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&gt;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s-UY" sz="2000" i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Ejemplo mapa(</a:t>
            </a:r>
            <a:r>
              <a:rPr lang="es-UY" sz="2000" i="1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caracter,nodoTrie</a:t>
            </a:r>
            <a:r>
              <a:rPr lang="es-UY" sz="2000" i="1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)</a:t>
            </a:r>
          </a:p>
          <a:p>
            <a:pPr marL="457200" indent="-457200"/>
            <a:endParaRPr lang="es-UY" sz="2400" dirty="0">
              <a:latin typeface="Bahnschrift SemiLight"/>
              <a:ea typeface="Calibri"/>
              <a:cs typeface="Calibri"/>
            </a:endParaRPr>
          </a:p>
          <a:p>
            <a:pPr marL="457200" indent="-457200"/>
            <a:endParaRPr lang="es-UY" sz="2400" dirty="0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pPr marL="457200" indent="-457200"/>
            <a:endParaRPr lang="es-UY" sz="2400" dirty="0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pPr marL="457200" indent="-457200"/>
            <a:endParaRPr lang="es-UY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414633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D8FAD-EA18-52E6-8CD5-1435FF6C4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oogle Shape;574;p37">
            <a:extLst>
              <a:ext uri="{FF2B5EF4-FFF2-40B4-BE49-F238E27FC236}">
                <a16:creationId xmlns:a16="http://schemas.microsoft.com/office/drawing/2014/main" id="{CF82579F-8EBE-A880-481F-DDE04262853E}"/>
              </a:ext>
            </a:extLst>
          </p:cNvPr>
          <p:cNvGrpSpPr/>
          <p:nvPr/>
        </p:nvGrpSpPr>
        <p:grpSpPr>
          <a:xfrm>
            <a:off x="2909739" y="220786"/>
            <a:ext cx="6132763" cy="3554338"/>
            <a:chOff x="1746144" y="334056"/>
            <a:chExt cx="6132763" cy="3554338"/>
          </a:xfrm>
        </p:grpSpPr>
        <p:sp>
          <p:nvSpPr>
            <p:cNvPr id="26" name="Google Shape;575;p37">
              <a:extLst>
                <a:ext uri="{FF2B5EF4-FFF2-40B4-BE49-F238E27FC236}">
                  <a16:creationId xmlns:a16="http://schemas.microsoft.com/office/drawing/2014/main" id="{67C9FBE4-F293-4E46-6350-2B7C73AD3588}"/>
                </a:ext>
              </a:extLst>
            </p:cNvPr>
            <p:cNvSpPr/>
            <p:nvPr/>
          </p:nvSpPr>
          <p:spPr>
            <a:xfrm>
              <a:off x="1746144" y="334056"/>
              <a:ext cx="6096000" cy="2667000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395E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Bahnschrift"/>
                <a:sym typeface="Arial"/>
              </a:endParaRPr>
            </a:p>
          </p:txBody>
        </p:sp>
        <p:sp>
          <p:nvSpPr>
            <p:cNvPr id="27" name="Google Shape;576;p37">
              <a:extLst>
                <a:ext uri="{FF2B5EF4-FFF2-40B4-BE49-F238E27FC236}">
                  <a16:creationId xmlns:a16="http://schemas.microsoft.com/office/drawing/2014/main" id="{27A713EC-0F69-1C36-425C-47106B5FF1A5}"/>
                </a:ext>
              </a:extLst>
            </p:cNvPr>
            <p:cNvSpPr/>
            <p:nvPr/>
          </p:nvSpPr>
          <p:spPr>
            <a:xfrm>
              <a:off x="6278707" y="2088893"/>
              <a:ext cx="1600200" cy="304800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395E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lt1"/>
                  </a:solidFill>
                  <a:latin typeface="Bahnschrift"/>
                  <a:sym typeface="Arial"/>
                </a:rPr>
                <a:t>esPalabra?</a:t>
              </a:r>
              <a:endParaRPr>
                <a:latin typeface="Bahnschrift"/>
              </a:endParaRPr>
            </a:p>
          </p:txBody>
        </p:sp>
        <p:sp>
          <p:nvSpPr>
            <p:cNvPr id="28" name="Google Shape;577;p37">
              <a:extLst>
                <a:ext uri="{FF2B5EF4-FFF2-40B4-BE49-F238E27FC236}">
                  <a16:creationId xmlns:a16="http://schemas.microsoft.com/office/drawing/2014/main" id="{96586225-362D-FACB-C850-BCE68FBA42B7}"/>
                </a:ext>
              </a:extLst>
            </p:cNvPr>
            <p:cNvSpPr/>
            <p:nvPr/>
          </p:nvSpPr>
          <p:spPr>
            <a:xfrm>
              <a:off x="2067396" y="1155052"/>
              <a:ext cx="5511512" cy="958552"/>
            </a:xfrm>
            <a:prstGeom prst="ellipse">
              <a:avLst/>
            </a:prstGeom>
            <a:solidFill>
              <a:srgbClr val="EAF1DD"/>
            </a:solidFill>
            <a:ln w="25400" cap="flat" cmpd="sng">
              <a:solidFill>
                <a:srgbClr val="4F61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>
                  <a:solidFill>
                    <a:schemeClr val="dk1"/>
                  </a:solidFill>
                  <a:latin typeface="Bahnschrift"/>
                  <a:sym typeface="Arial"/>
                </a:rPr>
                <a:t>{(σ</a:t>
              </a:r>
              <a:r>
                <a:rPr lang="en-US" sz="1800" b="0" baseline="-25000">
                  <a:solidFill>
                    <a:schemeClr val="dk1"/>
                  </a:solidFill>
                  <a:latin typeface="Bahnschrift"/>
                  <a:sym typeface="Arial"/>
                </a:rPr>
                <a:t>1</a:t>
              </a:r>
              <a:r>
                <a:rPr lang="en-US" sz="1800" b="0">
                  <a:solidFill>
                    <a:schemeClr val="dk1"/>
                  </a:solidFill>
                  <a:latin typeface="Bahnschrift"/>
                  <a:sym typeface="Arial"/>
                </a:rPr>
                <a:t>,n</a:t>
              </a:r>
              <a:r>
                <a:rPr lang="en-US" sz="1800" b="0" baseline="-25000">
                  <a:solidFill>
                    <a:schemeClr val="dk1"/>
                  </a:solidFill>
                  <a:latin typeface="Bahnschrift"/>
                  <a:sym typeface="Arial"/>
                </a:rPr>
                <a:t>1</a:t>
              </a:r>
              <a:r>
                <a:rPr lang="en-US" sz="1800" b="0">
                  <a:solidFill>
                    <a:schemeClr val="dk1"/>
                  </a:solidFill>
                  <a:latin typeface="Bahnschrift"/>
                  <a:sym typeface="Arial"/>
                </a:rPr>
                <a:t>), (σ</a:t>
              </a:r>
              <a:r>
                <a:rPr lang="en-US" sz="1800" b="0" baseline="-25000">
                  <a:solidFill>
                    <a:schemeClr val="dk1"/>
                  </a:solidFill>
                  <a:latin typeface="Bahnschrift"/>
                  <a:sym typeface="Arial"/>
                </a:rPr>
                <a:t>2</a:t>
              </a:r>
              <a:r>
                <a:rPr lang="en-US" sz="1800" b="0">
                  <a:solidFill>
                    <a:schemeClr val="dk1"/>
                  </a:solidFill>
                  <a:latin typeface="Bahnschrift"/>
                  <a:sym typeface="Arial"/>
                </a:rPr>
                <a:t>,n</a:t>
              </a:r>
              <a:r>
                <a:rPr lang="en-US" sz="1800" b="0" baseline="-25000">
                  <a:solidFill>
                    <a:schemeClr val="dk1"/>
                  </a:solidFill>
                  <a:latin typeface="Bahnschrift"/>
                  <a:sym typeface="Arial"/>
                </a:rPr>
                <a:t>2</a:t>
              </a:r>
              <a:r>
                <a:rPr lang="en-US" sz="1800" b="0">
                  <a:solidFill>
                    <a:schemeClr val="dk1"/>
                  </a:solidFill>
                  <a:latin typeface="Bahnschrift"/>
                  <a:sym typeface="Arial"/>
                </a:rPr>
                <a:t>),…, (σd,n</a:t>
              </a:r>
              <a:r>
                <a:rPr lang="en-US" sz="1800" b="0" baseline="-25000">
                  <a:solidFill>
                    <a:schemeClr val="dk1"/>
                  </a:solidFill>
                  <a:latin typeface="Bahnschrift"/>
                  <a:sym typeface="Arial"/>
                </a:rPr>
                <a:t>d</a:t>
              </a:r>
              <a:r>
                <a:rPr lang="en-US" sz="1800" b="0">
                  <a:solidFill>
                    <a:schemeClr val="dk1"/>
                  </a:solidFill>
                  <a:latin typeface="Bahnschrift"/>
                  <a:sym typeface="Arial"/>
                </a:rPr>
                <a:t>)}</a:t>
              </a:r>
              <a:endParaRPr sz="1800" b="1">
                <a:solidFill>
                  <a:schemeClr val="lt1"/>
                </a:solidFill>
                <a:latin typeface="Bahnschrift"/>
                <a:sym typeface="Arial"/>
              </a:endParaRPr>
            </a:p>
          </p:txBody>
        </p:sp>
        <p:cxnSp>
          <p:nvCxnSpPr>
            <p:cNvPr id="29" name="Google Shape;578;p37">
              <a:extLst>
                <a:ext uri="{FF2B5EF4-FFF2-40B4-BE49-F238E27FC236}">
                  <a16:creationId xmlns:a16="http://schemas.microsoft.com/office/drawing/2014/main" id="{F5D9780E-D4DC-F5FF-B0C3-AF1A4431BB85}"/>
                </a:ext>
              </a:extLst>
            </p:cNvPr>
            <p:cNvCxnSpPr/>
            <p:nvPr/>
          </p:nvCxnSpPr>
          <p:spPr>
            <a:xfrm flipH="1">
              <a:off x="2736744" y="2113718"/>
              <a:ext cx="1066800" cy="1774676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cxnSp>
        <p:nvCxnSpPr>
          <p:cNvPr id="6" name="Google Shape;579;p37">
            <a:extLst>
              <a:ext uri="{FF2B5EF4-FFF2-40B4-BE49-F238E27FC236}">
                <a16:creationId xmlns:a16="http://schemas.microsoft.com/office/drawing/2014/main" id="{2B536EB1-3AEE-48F3-7199-5CF193CB5153}"/>
              </a:ext>
            </a:extLst>
          </p:cNvPr>
          <p:cNvCxnSpPr/>
          <p:nvPr/>
        </p:nvCxnSpPr>
        <p:spPr>
          <a:xfrm flipH="1">
            <a:off x="4961689" y="2006724"/>
            <a:ext cx="490754" cy="1973363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" name="Google Shape;580;p37">
            <a:extLst>
              <a:ext uri="{FF2B5EF4-FFF2-40B4-BE49-F238E27FC236}">
                <a16:creationId xmlns:a16="http://schemas.microsoft.com/office/drawing/2014/main" id="{65E98303-C422-7694-2E92-BDBC0EE538BF}"/>
              </a:ext>
            </a:extLst>
          </p:cNvPr>
          <p:cNvCxnSpPr/>
          <p:nvPr/>
        </p:nvCxnSpPr>
        <p:spPr>
          <a:xfrm>
            <a:off x="6837464" y="1902215"/>
            <a:ext cx="1018307" cy="1988052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" name="Google Shape;581;p37">
            <a:extLst>
              <a:ext uri="{FF2B5EF4-FFF2-40B4-BE49-F238E27FC236}">
                <a16:creationId xmlns:a16="http://schemas.microsoft.com/office/drawing/2014/main" id="{B8D7FD54-B5E7-9C90-668A-ED8E546B9479}"/>
              </a:ext>
            </a:extLst>
          </p:cNvPr>
          <p:cNvCxnSpPr/>
          <p:nvPr/>
        </p:nvCxnSpPr>
        <p:spPr>
          <a:xfrm flipH="1">
            <a:off x="5569871" y="1988841"/>
            <a:ext cx="266701" cy="2087468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" name="Google Shape;582;p37">
            <a:extLst>
              <a:ext uri="{FF2B5EF4-FFF2-40B4-BE49-F238E27FC236}">
                <a16:creationId xmlns:a16="http://schemas.microsoft.com/office/drawing/2014/main" id="{AFC8C27D-C810-A410-7851-768A55CAF3B5}"/>
              </a:ext>
            </a:extLst>
          </p:cNvPr>
          <p:cNvCxnSpPr/>
          <p:nvPr/>
        </p:nvCxnSpPr>
        <p:spPr>
          <a:xfrm>
            <a:off x="6363813" y="2004082"/>
            <a:ext cx="202624" cy="2081341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1" name="Google Shape;583;p37">
            <a:extLst>
              <a:ext uri="{FF2B5EF4-FFF2-40B4-BE49-F238E27FC236}">
                <a16:creationId xmlns:a16="http://schemas.microsoft.com/office/drawing/2014/main" id="{B6DC3A08-0D6C-4588-E62D-0D85CCB0CCA0}"/>
              </a:ext>
            </a:extLst>
          </p:cNvPr>
          <p:cNvGrpSpPr/>
          <p:nvPr/>
        </p:nvGrpSpPr>
        <p:grpSpPr>
          <a:xfrm>
            <a:off x="1557141" y="3956261"/>
            <a:ext cx="3995747" cy="2099396"/>
            <a:chOff x="393546" y="4069530"/>
            <a:chExt cx="6253193" cy="3796355"/>
          </a:xfrm>
        </p:grpSpPr>
        <p:sp>
          <p:nvSpPr>
            <p:cNvPr id="22" name="Google Shape;584;p37">
              <a:extLst>
                <a:ext uri="{FF2B5EF4-FFF2-40B4-BE49-F238E27FC236}">
                  <a16:creationId xmlns:a16="http://schemas.microsoft.com/office/drawing/2014/main" id="{2B4923F3-66D0-AD5F-E2B6-BDE31179B10C}"/>
                </a:ext>
              </a:extLst>
            </p:cNvPr>
            <p:cNvSpPr/>
            <p:nvPr/>
          </p:nvSpPr>
          <p:spPr>
            <a:xfrm>
              <a:off x="550739" y="4069530"/>
              <a:ext cx="6096000" cy="2667000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395E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Bahnschrift"/>
                <a:sym typeface="Arial"/>
              </a:endParaRPr>
            </a:p>
          </p:txBody>
        </p:sp>
        <p:sp>
          <p:nvSpPr>
            <p:cNvPr id="23" name="Google Shape;585;p37">
              <a:extLst>
                <a:ext uri="{FF2B5EF4-FFF2-40B4-BE49-F238E27FC236}">
                  <a16:creationId xmlns:a16="http://schemas.microsoft.com/office/drawing/2014/main" id="{75333CD9-CE45-3190-7C02-F0073C570325}"/>
                </a:ext>
              </a:extLst>
            </p:cNvPr>
            <p:cNvSpPr/>
            <p:nvPr/>
          </p:nvSpPr>
          <p:spPr>
            <a:xfrm>
              <a:off x="393546" y="5957672"/>
              <a:ext cx="1600200" cy="304800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rgbClr val="395E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chemeClr val="lt1"/>
                  </a:solidFill>
                  <a:latin typeface="Bahnschrift"/>
                  <a:sym typeface="Arial"/>
                </a:rPr>
                <a:t>esPalabra?</a:t>
              </a:r>
              <a:endParaRPr>
                <a:latin typeface="Bahnschrift"/>
              </a:endParaRPr>
            </a:p>
          </p:txBody>
        </p:sp>
        <p:sp>
          <p:nvSpPr>
            <p:cNvPr id="24" name="Google Shape;586;p37">
              <a:extLst>
                <a:ext uri="{FF2B5EF4-FFF2-40B4-BE49-F238E27FC236}">
                  <a16:creationId xmlns:a16="http://schemas.microsoft.com/office/drawing/2014/main" id="{34BAB061-1509-BE27-1588-F89F4BC6A86B}"/>
                </a:ext>
              </a:extLst>
            </p:cNvPr>
            <p:cNvSpPr/>
            <p:nvPr/>
          </p:nvSpPr>
          <p:spPr>
            <a:xfrm>
              <a:off x="731664" y="4945298"/>
              <a:ext cx="5757881" cy="958552"/>
            </a:xfrm>
            <a:prstGeom prst="ellipse">
              <a:avLst/>
            </a:prstGeom>
            <a:solidFill>
              <a:srgbClr val="EAF1DD"/>
            </a:solidFill>
            <a:ln w="25400" cap="flat" cmpd="sng">
              <a:solidFill>
                <a:srgbClr val="4F61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>
                  <a:solidFill>
                    <a:schemeClr val="dk1"/>
                  </a:solidFill>
                  <a:latin typeface="Bahnschrift"/>
                  <a:sym typeface="Arial"/>
                </a:rPr>
                <a:t>{(σ</a:t>
              </a:r>
              <a:r>
                <a:rPr lang="en-US" sz="1800" b="0" baseline="-25000">
                  <a:solidFill>
                    <a:schemeClr val="dk1"/>
                  </a:solidFill>
                  <a:latin typeface="Bahnschrift"/>
                  <a:sym typeface="Arial"/>
                </a:rPr>
                <a:t>1</a:t>
              </a:r>
              <a:r>
                <a:rPr lang="en-US" sz="1800" b="0">
                  <a:solidFill>
                    <a:schemeClr val="dk1"/>
                  </a:solidFill>
                  <a:latin typeface="Bahnschrift"/>
                  <a:sym typeface="Arial"/>
                </a:rPr>
                <a:t>,n</a:t>
              </a:r>
              <a:r>
                <a:rPr lang="en-US" sz="1800" b="0" baseline="-25000">
                  <a:solidFill>
                    <a:schemeClr val="dk1"/>
                  </a:solidFill>
                  <a:latin typeface="Bahnschrift"/>
                  <a:sym typeface="Arial"/>
                </a:rPr>
                <a:t>1</a:t>
              </a:r>
              <a:r>
                <a:rPr lang="en-US" sz="1800" b="0">
                  <a:solidFill>
                    <a:schemeClr val="dk1"/>
                  </a:solidFill>
                  <a:latin typeface="Bahnschrift"/>
                  <a:sym typeface="Arial"/>
                </a:rPr>
                <a:t>), (σ</a:t>
              </a:r>
              <a:r>
                <a:rPr lang="en-US" sz="1800" b="0" baseline="-25000">
                  <a:solidFill>
                    <a:schemeClr val="dk1"/>
                  </a:solidFill>
                  <a:latin typeface="Bahnschrift"/>
                  <a:sym typeface="Arial"/>
                </a:rPr>
                <a:t>2</a:t>
              </a:r>
              <a:r>
                <a:rPr lang="en-US" sz="1800" b="0">
                  <a:solidFill>
                    <a:schemeClr val="dk1"/>
                  </a:solidFill>
                  <a:latin typeface="Bahnschrift"/>
                  <a:sym typeface="Arial"/>
                </a:rPr>
                <a:t>,n</a:t>
              </a:r>
              <a:r>
                <a:rPr lang="en-US" sz="1800" b="0" baseline="-25000">
                  <a:solidFill>
                    <a:schemeClr val="dk1"/>
                  </a:solidFill>
                  <a:latin typeface="Bahnschrift"/>
                  <a:sym typeface="Arial"/>
                </a:rPr>
                <a:t>2</a:t>
              </a:r>
              <a:r>
                <a:rPr lang="en-US" sz="1800" b="0">
                  <a:solidFill>
                    <a:schemeClr val="dk1"/>
                  </a:solidFill>
                  <a:latin typeface="Bahnschrift"/>
                  <a:sym typeface="Arial"/>
                </a:rPr>
                <a:t>),…, (σ</a:t>
              </a:r>
              <a:r>
                <a:rPr lang="en-US" sz="1800" b="0" baseline="-25000">
                  <a:solidFill>
                    <a:schemeClr val="dk1"/>
                  </a:solidFill>
                  <a:latin typeface="Bahnschrift"/>
                  <a:sym typeface="Arial"/>
                </a:rPr>
                <a:t>d</a:t>
              </a:r>
              <a:r>
                <a:rPr lang="en-US" sz="1800" b="0">
                  <a:solidFill>
                    <a:schemeClr val="dk1"/>
                  </a:solidFill>
                  <a:latin typeface="Bahnschrift"/>
                  <a:sym typeface="Arial"/>
                </a:rPr>
                <a:t>,n</a:t>
              </a:r>
              <a:r>
                <a:rPr lang="en-US" sz="1800" b="0" baseline="-25000">
                  <a:solidFill>
                    <a:schemeClr val="dk1"/>
                  </a:solidFill>
                  <a:latin typeface="Bahnschrift"/>
                  <a:sym typeface="Arial"/>
                </a:rPr>
                <a:t>d</a:t>
              </a:r>
              <a:r>
                <a:rPr lang="en-US" sz="1800" b="0">
                  <a:solidFill>
                    <a:schemeClr val="dk1"/>
                  </a:solidFill>
                  <a:latin typeface="Bahnschrift"/>
                  <a:sym typeface="Arial"/>
                </a:rPr>
                <a:t>)}</a:t>
              </a:r>
              <a:endParaRPr sz="1800" b="1">
                <a:solidFill>
                  <a:schemeClr val="lt1"/>
                </a:solidFill>
                <a:latin typeface="Bahnschrift"/>
                <a:sym typeface="Arial"/>
              </a:endParaRPr>
            </a:p>
          </p:txBody>
        </p:sp>
        <p:cxnSp>
          <p:nvCxnSpPr>
            <p:cNvPr id="25" name="Google Shape;587;p37">
              <a:extLst>
                <a:ext uri="{FF2B5EF4-FFF2-40B4-BE49-F238E27FC236}">
                  <a16:creationId xmlns:a16="http://schemas.microsoft.com/office/drawing/2014/main" id="{BF00E6E0-E5F1-6655-9A53-1FEC96A9D116}"/>
                </a:ext>
              </a:extLst>
            </p:cNvPr>
            <p:cNvCxnSpPr/>
            <p:nvPr/>
          </p:nvCxnSpPr>
          <p:spPr>
            <a:xfrm flipH="1">
              <a:off x="1212588" y="6091209"/>
              <a:ext cx="1066800" cy="1774676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12" name="Google Shape;588;p37">
            <a:extLst>
              <a:ext uri="{FF2B5EF4-FFF2-40B4-BE49-F238E27FC236}">
                <a16:creationId xmlns:a16="http://schemas.microsoft.com/office/drawing/2014/main" id="{BE4ACE9D-D9D5-AEC9-0AF8-B88F2FA39307}"/>
              </a:ext>
            </a:extLst>
          </p:cNvPr>
          <p:cNvSpPr txBox="1"/>
          <p:nvPr/>
        </p:nvSpPr>
        <p:spPr>
          <a:xfrm>
            <a:off x="6800701" y="3189411"/>
            <a:ext cx="646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0000"/>
                </a:solidFill>
                <a:latin typeface="Bahnschrift"/>
                <a:sym typeface="Arial"/>
              </a:rPr>
              <a:t>…</a:t>
            </a:r>
            <a:endParaRPr sz="3600" b="1">
              <a:solidFill>
                <a:srgbClr val="FF0000"/>
              </a:solidFill>
              <a:latin typeface="Bahnschrift"/>
              <a:sym typeface="Arial"/>
            </a:endParaRPr>
          </a:p>
        </p:txBody>
      </p:sp>
      <p:pic>
        <p:nvPicPr>
          <p:cNvPr id="13" name="Google Shape;589;p37">
            <a:extLst>
              <a:ext uri="{FF2B5EF4-FFF2-40B4-BE49-F238E27FC236}">
                <a16:creationId xmlns:a16="http://schemas.microsoft.com/office/drawing/2014/main" id="{E0F207AA-BC5C-3E1A-166F-581F9071574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45510" y="5272682"/>
            <a:ext cx="1012024" cy="96934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90;p37">
            <a:extLst>
              <a:ext uri="{FF2B5EF4-FFF2-40B4-BE49-F238E27FC236}">
                <a16:creationId xmlns:a16="http://schemas.microsoft.com/office/drawing/2014/main" id="{10BFB115-5EE7-B686-6CD4-398582941C93}"/>
              </a:ext>
            </a:extLst>
          </p:cNvPr>
          <p:cNvSpPr txBox="1"/>
          <p:nvPr/>
        </p:nvSpPr>
        <p:spPr>
          <a:xfrm>
            <a:off x="1248222" y="1960441"/>
            <a:ext cx="40873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Bahnschrift"/>
                <a:sym typeface="Arial"/>
              </a:rPr>
              <a:t>hijo = obtenerHijo(σ</a:t>
            </a:r>
            <a:r>
              <a:rPr lang="en-US" sz="2400" b="1" baseline="-25000">
                <a:solidFill>
                  <a:srgbClr val="FF0000"/>
                </a:solidFill>
                <a:latin typeface="Bahnschrift"/>
                <a:sym typeface="Arial"/>
              </a:rPr>
              <a:t>x</a:t>
            </a:r>
            <a:r>
              <a:rPr lang="en-US" sz="2400" b="1">
                <a:solidFill>
                  <a:srgbClr val="FF0000"/>
                </a:solidFill>
                <a:latin typeface="Bahnschrift"/>
                <a:sym typeface="Arial"/>
              </a:rPr>
              <a:t>)</a:t>
            </a:r>
            <a:endParaRPr sz="2400" b="1">
              <a:solidFill>
                <a:srgbClr val="FF0000"/>
              </a:solidFill>
              <a:latin typeface="Bahnschrift"/>
              <a:sym typeface="Arial"/>
            </a:endParaRPr>
          </a:p>
        </p:txBody>
      </p:sp>
      <p:sp>
        <p:nvSpPr>
          <p:cNvPr id="15" name="Google Shape;591;p37">
            <a:extLst>
              <a:ext uri="{FF2B5EF4-FFF2-40B4-BE49-F238E27FC236}">
                <a16:creationId xmlns:a16="http://schemas.microsoft.com/office/drawing/2014/main" id="{9B7E2B25-92D0-5965-35DE-755A8DD9C791}"/>
              </a:ext>
            </a:extLst>
          </p:cNvPr>
          <p:cNvSpPr txBox="1"/>
          <p:nvPr/>
        </p:nvSpPr>
        <p:spPr>
          <a:xfrm>
            <a:off x="3853049" y="2900679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Bahnschrift"/>
                <a:sym typeface="Arial"/>
              </a:rPr>
              <a:t>σ</a:t>
            </a:r>
            <a:r>
              <a:rPr lang="en-US" sz="1800" b="0" baseline="-25000">
                <a:solidFill>
                  <a:schemeClr val="dk1"/>
                </a:solidFill>
                <a:latin typeface="Bahnschrift"/>
                <a:sym typeface="Arial"/>
              </a:rPr>
              <a:t>1</a:t>
            </a:r>
            <a:endParaRPr sz="1800" b="1">
              <a:solidFill>
                <a:schemeClr val="dk1"/>
              </a:solidFill>
              <a:latin typeface="Bahnschrift"/>
              <a:sym typeface="Arial"/>
            </a:endParaRPr>
          </a:p>
        </p:txBody>
      </p:sp>
      <p:sp>
        <p:nvSpPr>
          <p:cNvPr id="16" name="Google Shape;592;p37">
            <a:extLst>
              <a:ext uri="{FF2B5EF4-FFF2-40B4-BE49-F238E27FC236}">
                <a16:creationId xmlns:a16="http://schemas.microsoft.com/office/drawing/2014/main" id="{02932A66-0BC9-E7DA-B174-C46C7B70A897}"/>
              </a:ext>
            </a:extLst>
          </p:cNvPr>
          <p:cNvSpPr txBox="1"/>
          <p:nvPr/>
        </p:nvSpPr>
        <p:spPr>
          <a:xfrm>
            <a:off x="4727425" y="2928049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Bahnschrift"/>
                <a:sym typeface="Arial"/>
              </a:rPr>
              <a:t>σ</a:t>
            </a:r>
            <a:r>
              <a:rPr lang="en-US" sz="1800" b="0" baseline="-25000">
                <a:solidFill>
                  <a:schemeClr val="dk1"/>
                </a:solidFill>
                <a:latin typeface="Bahnschrift"/>
                <a:sym typeface="Arial"/>
              </a:rPr>
              <a:t>2</a:t>
            </a:r>
            <a:endParaRPr sz="1800" b="1">
              <a:solidFill>
                <a:schemeClr val="dk1"/>
              </a:solidFill>
              <a:latin typeface="Bahnschrift"/>
              <a:sym typeface="Arial"/>
            </a:endParaRPr>
          </a:p>
        </p:txBody>
      </p:sp>
      <p:sp>
        <p:nvSpPr>
          <p:cNvPr id="17" name="Google Shape;593;p37">
            <a:extLst>
              <a:ext uri="{FF2B5EF4-FFF2-40B4-BE49-F238E27FC236}">
                <a16:creationId xmlns:a16="http://schemas.microsoft.com/office/drawing/2014/main" id="{1076F4D2-4D02-CAA2-D4C5-28622A7D4A04}"/>
              </a:ext>
            </a:extLst>
          </p:cNvPr>
          <p:cNvSpPr txBox="1"/>
          <p:nvPr/>
        </p:nvSpPr>
        <p:spPr>
          <a:xfrm>
            <a:off x="7123866" y="2900679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Bahnschrift"/>
                <a:sym typeface="Arial"/>
              </a:rPr>
              <a:t>σ</a:t>
            </a:r>
            <a:r>
              <a:rPr lang="en-US" sz="1800" b="0" baseline="-25000">
                <a:solidFill>
                  <a:schemeClr val="dk1"/>
                </a:solidFill>
                <a:latin typeface="Bahnschrift"/>
                <a:sym typeface="Arial"/>
              </a:rPr>
              <a:t>d</a:t>
            </a:r>
            <a:endParaRPr sz="1800" b="1">
              <a:solidFill>
                <a:schemeClr val="dk1"/>
              </a:solidFill>
              <a:latin typeface="Bahnschrift"/>
              <a:sym typeface="Arial"/>
            </a:endParaRPr>
          </a:p>
        </p:txBody>
      </p:sp>
      <p:sp>
        <p:nvSpPr>
          <p:cNvPr id="18" name="Google Shape;594;p37">
            <a:extLst>
              <a:ext uri="{FF2B5EF4-FFF2-40B4-BE49-F238E27FC236}">
                <a16:creationId xmlns:a16="http://schemas.microsoft.com/office/drawing/2014/main" id="{9517DB0C-E506-C516-F84F-E373BA71CFCB}"/>
              </a:ext>
            </a:extLst>
          </p:cNvPr>
          <p:cNvSpPr txBox="1"/>
          <p:nvPr/>
        </p:nvSpPr>
        <p:spPr>
          <a:xfrm>
            <a:off x="1862253" y="5476690"/>
            <a:ext cx="4122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Bahnschrift"/>
                <a:sym typeface="Arial"/>
              </a:rPr>
              <a:t>σ</a:t>
            </a:r>
            <a:r>
              <a:rPr lang="en-US" sz="1800" b="0" baseline="-25000">
                <a:solidFill>
                  <a:schemeClr val="dk1"/>
                </a:solidFill>
                <a:latin typeface="Bahnschrift"/>
                <a:sym typeface="Arial"/>
              </a:rPr>
              <a:t>1</a:t>
            </a:r>
            <a:endParaRPr sz="1800" b="1">
              <a:solidFill>
                <a:schemeClr val="dk1"/>
              </a:solidFill>
              <a:latin typeface="Bahnschrift"/>
              <a:sym typeface="Arial"/>
            </a:endParaRPr>
          </a:p>
        </p:txBody>
      </p:sp>
      <p:sp>
        <p:nvSpPr>
          <p:cNvPr id="19" name="Google Shape;595;p37">
            <a:extLst>
              <a:ext uri="{FF2B5EF4-FFF2-40B4-BE49-F238E27FC236}">
                <a16:creationId xmlns:a16="http://schemas.microsoft.com/office/drawing/2014/main" id="{42790CF5-8943-FCD3-37F3-884EB490CAF9}"/>
              </a:ext>
            </a:extLst>
          </p:cNvPr>
          <p:cNvSpPr/>
          <p:nvPr/>
        </p:nvSpPr>
        <p:spPr>
          <a:xfrm>
            <a:off x="4117200" y="5226054"/>
            <a:ext cx="1022517" cy="168555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Bahnschrift"/>
                <a:sym typeface="Arial"/>
              </a:rPr>
              <a:t>paginas</a:t>
            </a:r>
            <a:endParaRPr>
              <a:latin typeface="Bahnschrift"/>
            </a:endParaRPr>
          </a:p>
        </p:txBody>
      </p:sp>
      <p:sp>
        <p:nvSpPr>
          <p:cNvPr id="20" name="Google Shape;596;p37">
            <a:extLst>
              <a:ext uri="{FF2B5EF4-FFF2-40B4-BE49-F238E27FC236}">
                <a16:creationId xmlns:a16="http://schemas.microsoft.com/office/drawing/2014/main" id="{EC058EF3-1C00-A518-C67C-6A83EAF55DAF}"/>
              </a:ext>
            </a:extLst>
          </p:cNvPr>
          <p:cNvSpPr/>
          <p:nvPr/>
        </p:nvSpPr>
        <p:spPr>
          <a:xfrm>
            <a:off x="7471142" y="2410888"/>
            <a:ext cx="1600200" cy="304800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Bahnschrift"/>
                <a:sym typeface="Arial"/>
              </a:rPr>
              <a:t>paginas</a:t>
            </a:r>
            <a:endParaRPr>
              <a:latin typeface="Bahnschrift"/>
            </a:endParaRPr>
          </a:p>
        </p:txBody>
      </p:sp>
      <p:sp>
        <p:nvSpPr>
          <p:cNvPr id="21" name="Google Shape;597;p37">
            <a:extLst>
              <a:ext uri="{FF2B5EF4-FFF2-40B4-BE49-F238E27FC236}">
                <a16:creationId xmlns:a16="http://schemas.microsoft.com/office/drawing/2014/main" id="{74A43BE6-E72C-C2B2-D10B-09E27A488A8C}"/>
              </a:ext>
            </a:extLst>
          </p:cNvPr>
          <p:cNvSpPr txBox="1"/>
          <p:nvPr/>
        </p:nvSpPr>
        <p:spPr>
          <a:xfrm>
            <a:off x="6945634" y="4738819"/>
            <a:ext cx="337784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Bahnschrift"/>
                <a:sym typeface="Arial"/>
              </a:rPr>
              <a:t>“esPalabra?” y “paginas”</a:t>
            </a:r>
            <a:endParaRPr>
              <a:latin typeface="Bahnschrif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Bahnschrift"/>
                <a:sym typeface="Arial"/>
              </a:rPr>
              <a:t>Podrían combinarse en un solo</a:t>
            </a:r>
            <a:endParaRPr>
              <a:latin typeface="Bahnschrif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Bahnschrift"/>
                <a:sym typeface="Arial"/>
              </a:rPr>
              <a:t>atributo en la implementación</a:t>
            </a:r>
            <a:endParaRPr sz="1800" b="0">
              <a:solidFill>
                <a:schemeClr val="dk1"/>
              </a:solidFill>
              <a:latin typeface="Bahnschrift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10948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A37AF-2C65-9E24-AA71-30DC4B8AD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7B7C27B8-67CC-1DA4-67B7-418C1825C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sz="3200" b="1" dirty="0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Para cada alfabeto una representación…¿cómo realizamos “</a:t>
            </a:r>
            <a:r>
              <a:rPr lang="es-ES" sz="3200" b="1" dirty="0" err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obtenerHijo</a:t>
            </a:r>
            <a:r>
              <a:rPr lang="es-ES" sz="3200" b="1" dirty="0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(</a:t>
            </a:r>
            <a:r>
              <a:rPr lang="es-ES" sz="3200" b="1" dirty="0" err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caracter</a:t>
            </a:r>
            <a:r>
              <a:rPr lang="es-ES" sz="3200" b="1" dirty="0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)”?</a:t>
            </a: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Marcador de contenido 3">
            <a:extLst>
              <a:ext uri="{FF2B5EF4-FFF2-40B4-BE49-F238E27FC236}">
                <a16:creationId xmlns:a16="http://schemas.microsoft.com/office/drawing/2014/main" id="{3AB6F3C3-4B7E-C9A7-2807-78C84C06E714}"/>
              </a:ext>
            </a:extLst>
          </p:cNvPr>
          <p:cNvSpPr txBox="1">
            <a:spLocks/>
          </p:cNvSpPr>
          <p:nvPr/>
        </p:nvSpPr>
        <p:spPr>
          <a:xfrm>
            <a:off x="840553" y="1448191"/>
            <a:ext cx="10332792" cy="475848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s-UY" sz="2400">
                <a:latin typeface="Bahnschrift SemiLight"/>
                <a:ea typeface="Calibri"/>
                <a:cs typeface="Calibri"/>
              </a:rPr>
              <a:t>Griego</a:t>
            </a:r>
            <a:endParaRPr lang="es-UY" sz="2400" dirty="0">
              <a:latin typeface="Bahnschrift SemiLight"/>
              <a:ea typeface="Calibri"/>
              <a:cs typeface="Calibri"/>
            </a:endParaRP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s-UY" sz="2000" dirty="0">
                <a:latin typeface="Bahnschrift SemiLight"/>
                <a:ea typeface="Calibri"/>
                <a:cs typeface="Calibri"/>
              </a:rPr>
              <a:t>“α</a:t>
            </a:r>
            <a:r>
              <a:rPr lang="es-UY" sz="2000" dirty="0" err="1">
                <a:latin typeface="Bahnschrift SemiLight"/>
                <a:ea typeface="Calibri"/>
                <a:cs typeface="Calibri"/>
              </a:rPr>
              <a:t>λγόριθμοι</a:t>
            </a:r>
            <a:r>
              <a:rPr lang="es-UY" sz="2000" dirty="0">
                <a:latin typeface="Bahnschrift SemiLight"/>
                <a:ea typeface="Calibri"/>
                <a:cs typeface="Calibri"/>
              </a:rPr>
              <a:t>” </a:t>
            </a:r>
          </a:p>
          <a:p>
            <a:pPr marL="457200" indent="-457200"/>
            <a:r>
              <a:rPr lang="es-UY" sz="2400" dirty="0" err="1">
                <a:latin typeface="Bahnschrift SemiLight"/>
                <a:ea typeface="Calibri"/>
                <a:cs typeface="Calibri"/>
              </a:rPr>
              <a:t>a..z</a:t>
            </a:r>
            <a:r>
              <a:rPr lang="es-UY" sz="2400" dirty="0">
                <a:latin typeface="Bahnschrift SemiLight"/>
                <a:ea typeface="Calibri"/>
                <a:cs typeface="Calibri"/>
              </a:rPr>
              <a:t> (en inglés, minúsculas, 26 letras)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s-UY" sz="2000">
                <a:latin typeface="Bahnschrift SemiLight"/>
                <a:ea typeface="Calibri"/>
                <a:cs typeface="Calibri"/>
              </a:rPr>
              <a:t>“alabastro”</a:t>
            </a:r>
          </a:p>
          <a:p>
            <a:pPr marL="457200" indent="-457200"/>
            <a:r>
              <a:rPr lang="es-UY" sz="2400">
                <a:latin typeface="Bahnschrift SemiLight"/>
                <a:ea typeface="Calibri"/>
                <a:cs typeface="Calibri"/>
              </a:rPr>
              <a:t>Alfabeto español estándar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s-UY" sz="2000">
                <a:latin typeface="Bahnschrift SemiLight"/>
                <a:ea typeface="Calibri"/>
                <a:cs typeface="Calibri"/>
              </a:rPr>
              <a:t>“Mañanitas”</a:t>
            </a:r>
          </a:p>
          <a:p>
            <a:pPr marL="457200" indent="-457200"/>
            <a:r>
              <a:rPr lang="es-UY" sz="2400">
                <a:latin typeface="Bahnschrift SemiLight"/>
                <a:ea typeface="Calibri"/>
                <a:cs typeface="Calibri"/>
              </a:rPr>
              <a:t>Bases nitrogenadas de cadenas genómicas </a:t>
            </a:r>
            <a:endParaRPr lang="es-UY" sz="2400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s-UY" sz="200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“TACGAACCGAGCATTAACAGT”</a:t>
            </a:r>
          </a:p>
          <a:p>
            <a:pPr marL="457200" indent="-457200"/>
            <a:r>
              <a:rPr lang="es-UY" sz="24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Números telefónicos (Código de país, Código </a:t>
            </a:r>
            <a:r>
              <a:rPr lang="es-UY" sz="240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de ciudad</a:t>
            </a:r>
            <a:r>
              <a:rPr lang="es-UY" sz="24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, Código de área, número) {0,1,…9)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s-UY" sz="2000">
                <a:latin typeface="Bahnschrift SemiLight"/>
                <a:ea typeface="Calibri"/>
                <a:cs typeface="Calibri"/>
              </a:rPr>
              <a:t>+598 2 487 2717</a:t>
            </a:r>
          </a:p>
          <a:p>
            <a:pPr marL="457200" indent="-457200"/>
            <a:r>
              <a:rPr lang="es-UY" sz="24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Codificación moderna universal de </a:t>
            </a:r>
            <a:r>
              <a:rPr lang="es-UY" sz="240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caracteres </a:t>
            </a:r>
            <a:r>
              <a:rPr lang="es-UY" sz="2400" b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UNICODE</a:t>
            </a:r>
            <a:endParaRPr lang="es-UY" sz="2400" b="1" dirty="0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pPr marL="457200" indent="-457200"/>
            <a:endParaRPr lang="es-UY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39613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AE077-E9AD-31E2-7504-CFA716C75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3993F9E8-1631-F673-6F5A-4FC9FD22A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Representaciones…</a:t>
            </a: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Marcador de contenido 3">
            <a:extLst>
              <a:ext uri="{FF2B5EF4-FFF2-40B4-BE49-F238E27FC236}">
                <a16:creationId xmlns:a16="http://schemas.microsoft.com/office/drawing/2014/main" id="{41D24956-4E0A-CE94-5A3F-A7D8EEC8E060}"/>
              </a:ext>
            </a:extLst>
          </p:cNvPr>
          <p:cNvSpPr txBox="1">
            <a:spLocks/>
          </p:cNvSpPr>
          <p:nvPr/>
        </p:nvSpPr>
        <p:spPr>
          <a:xfrm>
            <a:off x="840553" y="1170164"/>
            <a:ext cx="10332792" cy="475848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s-UY" sz="3200">
                <a:latin typeface="Bahnschrift SemiLight"/>
                <a:ea typeface="Calibri"/>
                <a:cs typeface="Calibri"/>
              </a:rPr>
              <a:t>Nodos internos con </a:t>
            </a:r>
            <a:r>
              <a:rPr lang="es-UY" sz="3200" b="1">
                <a:latin typeface="Bahnschrift SemiLight"/>
                <a:ea typeface="Calibri"/>
                <a:cs typeface="Calibri"/>
              </a:rPr>
              <a:t>vectores </a:t>
            </a:r>
            <a:r>
              <a:rPr lang="es-UY" sz="3200">
                <a:latin typeface="Bahnschrift SemiLight"/>
                <a:ea typeface="Calibri"/>
                <a:cs typeface="Calibri"/>
              </a:rPr>
              <a:t>de </a:t>
            </a:r>
            <a:r>
              <a:rPr lang="es-UY" sz="3200" b="1" i="1">
                <a:latin typeface="Bahnschrift SemiLight"/>
                <a:ea typeface="Calibri"/>
                <a:cs typeface="Calibri"/>
              </a:rPr>
              <a:t>d </a:t>
            </a:r>
            <a:r>
              <a:rPr lang="es-UY" sz="3200">
                <a:latin typeface="Bahnschrift SemiLight"/>
                <a:ea typeface="Calibri"/>
                <a:cs typeface="Calibri"/>
              </a:rPr>
              <a:t>referencias a subárboles</a:t>
            </a:r>
            <a:endParaRPr lang="es-UY" sz="3200" dirty="0">
              <a:latin typeface="Bahnschrift SemiLight"/>
              <a:ea typeface="Calibri"/>
              <a:cs typeface="Calibri"/>
            </a:endParaRPr>
          </a:p>
          <a:p>
            <a:pPr marL="457200" indent="-457200"/>
            <a:r>
              <a:rPr lang="es-UY" sz="3200" dirty="0">
                <a:latin typeface="Bahnschrift SemiLight"/>
                <a:ea typeface="Calibri"/>
                <a:cs typeface="Calibri"/>
              </a:rPr>
              <a:t>Nodos internos con </a:t>
            </a:r>
            <a:r>
              <a:rPr lang="es-UY" sz="3200" b="1" i="1" dirty="0">
                <a:latin typeface="Bahnschrift SemiLight"/>
                <a:ea typeface="Calibri"/>
                <a:cs typeface="Calibri"/>
              </a:rPr>
              <a:t>listas </a:t>
            </a:r>
            <a:r>
              <a:rPr lang="es-UY" sz="3200" b="1" i="1">
                <a:latin typeface="Bahnschrift SemiLight"/>
                <a:ea typeface="Calibri"/>
                <a:cs typeface="Calibri"/>
              </a:rPr>
              <a:t>encadenadas </a:t>
            </a:r>
            <a:r>
              <a:rPr lang="es-UY" sz="3200">
                <a:latin typeface="Bahnschrift SemiLight"/>
                <a:ea typeface="Calibri"/>
                <a:cs typeface="Calibri"/>
              </a:rPr>
              <a:t>de referencias a subárboles</a:t>
            </a:r>
            <a:endParaRPr lang="es-UY" sz="3200" dirty="0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pPr marL="457200" indent="-457200"/>
            <a:r>
              <a:rPr lang="es-UY" sz="32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Árboles? </a:t>
            </a:r>
          </a:p>
          <a:p>
            <a:pPr marL="457200" indent="-457200"/>
            <a:r>
              <a:rPr lang="es-UY" sz="32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Tablas de hash? (las veremos en la próxima unidad)</a:t>
            </a:r>
          </a:p>
          <a:p>
            <a:pPr marL="457200" indent="-457200"/>
            <a:r>
              <a:rPr lang="es-UY" sz="3200">
                <a:latin typeface="Bahnschrift SemiLight"/>
                <a:ea typeface="Calibri"/>
                <a:cs typeface="Calibri"/>
              </a:rPr>
              <a:t>¿Otras más eficientes?</a:t>
            </a:r>
            <a:endParaRPr lang="es-UY" sz="3200" dirty="0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pPr marL="457200" indent="-457200"/>
            <a:endParaRPr lang="es-UY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14765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426DD-8C8F-A3AC-E426-EFFFE21DA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E83686B5-05E6-1031-21C2-B5EAD1218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Búsqueda en tries</a:t>
            </a: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2" name="Picture 1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3A62F4C0-E45D-0104-4F0E-82C90FC53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0" y="361950"/>
            <a:ext cx="5924550" cy="584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1500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BFB6F-DEFF-3E50-807D-CD4F3590D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50F723E4-BE16-95D2-E6A4-AB4E69901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Inserción en tries</a:t>
            </a: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5" name="Picture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516CCEB9-F5A2-8536-0A2C-B61FBB302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0" y="409575"/>
            <a:ext cx="6867525" cy="603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9772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694CD-CFBC-BF0C-9EDF-CB860F7F4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5E9F83A3-1D01-C188-D236-776909DDD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 dirty="0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Imprimir todas las </a:t>
            </a:r>
            <a:r>
              <a:rPr lang="es-ES" b="1" dirty="0" err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strings</a:t>
            </a:r>
            <a:r>
              <a:rPr lang="es-ES" b="1" dirty="0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 del trie…</a:t>
            </a: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2" name="Picture 1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9898856A-2F50-CC3A-D5C1-DA4027E0F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475" y="1019175"/>
            <a:ext cx="8210550" cy="5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2969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7C2E5-80B7-3215-B6C0-DA423C2AC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3AF2ABD5-B56F-21C1-8F2B-A8D2FAF43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Búsqueda de prefijos</a:t>
            </a: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Marcador de contenido 3">
            <a:extLst>
              <a:ext uri="{FF2B5EF4-FFF2-40B4-BE49-F238E27FC236}">
                <a16:creationId xmlns:a16="http://schemas.microsoft.com/office/drawing/2014/main" id="{0313BF64-B020-4813-9892-0429013FF4DB}"/>
              </a:ext>
            </a:extLst>
          </p:cNvPr>
          <p:cNvSpPr txBox="1">
            <a:spLocks/>
          </p:cNvSpPr>
          <p:nvPr/>
        </p:nvSpPr>
        <p:spPr>
          <a:xfrm>
            <a:off x="840553" y="1170164"/>
            <a:ext cx="10332792" cy="475848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s-UY" sz="3200">
                <a:latin typeface="Bahnschrift SemiLight"/>
                <a:ea typeface="Calibri"/>
                <a:cs typeface="Calibri"/>
              </a:rPr>
              <a:t>¿</a:t>
            </a:r>
            <a:r>
              <a:rPr lang="es-UY" sz="320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Existe?</a:t>
            </a:r>
          </a:p>
          <a:p>
            <a:pPr marL="457200" indent="-457200"/>
            <a:endParaRPr lang="es-UY" sz="3200" dirty="0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pPr marL="457200" indent="-457200"/>
            <a:r>
              <a:rPr lang="es-UY" sz="3200" dirty="0">
                <a:latin typeface="Bahnschrift SemiLight"/>
                <a:ea typeface="Calibri"/>
                <a:cs typeface="Calibri"/>
              </a:rPr>
              <a:t>¿Devolver todas las </a:t>
            </a:r>
            <a:r>
              <a:rPr lang="es-UY" sz="3200" dirty="0" err="1">
                <a:latin typeface="Bahnschrift SemiLight"/>
                <a:ea typeface="Calibri"/>
                <a:cs typeface="Calibri"/>
              </a:rPr>
              <a:t>strings</a:t>
            </a:r>
            <a:r>
              <a:rPr lang="es-UY" sz="3200" dirty="0">
                <a:latin typeface="Bahnschrift SemiLight"/>
                <a:ea typeface="Calibri"/>
                <a:cs typeface="Calibri"/>
              </a:rPr>
              <a:t> de las cuales </a:t>
            </a:r>
            <a:r>
              <a:rPr lang="es-UY" sz="3200" dirty="0" err="1">
                <a:latin typeface="Bahnschrift SemiLight"/>
                <a:ea typeface="Calibri"/>
                <a:cs typeface="Calibri"/>
              </a:rPr>
              <a:t>esprefijo</a:t>
            </a:r>
            <a:r>
              <a:rPr lang="es-UY" sz="3200" dirty="0">
                <a:latin typeface="Bahnschrift SemiLight"/>
                <a:ea typeface="Calibri"/>
                <a:cs typeface="Calibri"/>
              </a:rPr>
              <a:t>?</a:t>
            </a:r>
            <a:endParaRPr lang="es-UY" sz="3200" dirty="0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pPr marL="457200" indent="-457200"/>
            <a:endParaRPr lang="es-UY" sz="3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47181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DFFBF-1B3F-8892-3EDA-A86BBB8CB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3723B9F3-2365-A22B-E0B9-458FB7476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Búsqueda de prefijos en trie</a:t>
            </a: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Marcador de contenido 3">
            <a:extLst>
              <a:ext uri="{FF2B5EF4-FFF2-40B4-BE49-F238E27FC236}">
                <a16:creationId xmlns:a16="http://schemas.microsoft.com/office/drawing/2014/main" id="{F3B7D719-F4B7-E59E-FD65-FB906EEA3CEC}"/>
              </a:ext>
            </a:extLst>
          </p:cNvPr>
          <p:cNvSpPr txBox="1">
            <a:spLocks/>
          </p:cNvSpPr>
          <p:nvPr/>
        </p:nvSpPr>
        <p:spPr>
          <a:xfrm>
            <a:off x="840553" y="1170164"/>
            <a:ext cx="5643562" cy="475848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s-UY" sz="24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Seguir el camino desde la raíz, indicado por los caracteres de </a:t>
            </a:r>
            <a:r>
              <a:rPr lang="es-UY" sz="240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la entrada</a:t>
            </a:r>
            <a:r>
              <a:rPr lang="es-UY" sz="24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 (prefijo)</a:t>
            </a:r>
          </a:p>
          <a:p>
            <a:pPr marL="457200" indent="-457200"/>
            <a:r>
              <a:rPr lang="es-UY" sz="24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Similar a la búsqueda de palabras completas, pero termina en un nodo interno (ejemplos “</a:t>
            </a:r>
            <a:r>
              <a:rPr lang="es-UY" sz="2400" b="1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be</a:t>
            </a:r>
            <a:r>
              <a:rPr lang="es-UY" sz="2400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”,“</a:t>
            </a:r>
            <a:r>
              <a:rPr lang="es-UY" sz="2400" b="1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bu</a:t>
            </a:r>
            <a:r>
              <a:rPr lang="es-UY" sz="24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”)</a:t>
            </a:r>
            <a:endParaRPr lang="es-UY" sz="2400" dirty="0">
              <a:solidFill>
                <a:srgbClr val="000000"/>
              </a:solidFill>
              <a:latin typeface="Bahnschrift SemiLight"/>
            </a:endParaRPr>
          </a:p>
          <a:p>
            <a:pPr marL="457200" indent="-457200"/>
            <a:r>
              <a:rPr lang="es-UY" sz="24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A partir de ese nodo, podemos encontrar todas las palabras de </a:t>
            </a:r>
            <a:r>
              <a:rPr lang="es-UY" sz="2400" dirty="0" err="1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lascuales</a:t>
            </a:r>
            <a:r>
              <a:rPr lang="es-UY" sz="24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 el patrón pasado es prefijo,  simplemente recorriendo para todos los subárboles.</a:t>
            </a:r>
          </a:p>
          <a:p>
            <a:pPr marL="457200" indent="-457200"/>
            <a:endParaRPr lang="es-UY" sz="2400" dirty="0"/>
          </a:p>
          <a:p>
            <a:pPr marL="457200" indent="-457200"/>
            <a:endParaRPr lang="es-UY" sz="2400" dirty="0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pPr marL="457200" indent="-457200"/>
            <a:endParaRPr lang="es-UY" sz="2400" dirty="0">
              <a:latin typeface="Bahnschrift SemiLight"/>
              <a:ea typeface="Calibri"/>
              <a:cs typeface="Calibri"/>
            </a:endParaRPr>
          </a:p>
          <a:p>
            <a:pPr marL="457200" indent="-457200"/>
            <a:endParaRPr lang="es-UY" sz="2400" dirty="0">
              <a:latin typeface="Bahnschrift SemiLight"/>
              <a:ea typeface="Calibri"/>
              <a:cs typeface="Calibri"/>
            </a:endParaRPr>
          </a:p>
        </p:txBody>
      </p:sp>
      <p:pic>
        <p:nvPicPr>
          <p:cNvPr id="5" name="Picture 4" descr="A diagram of a tree&#10;&#10;AI-generated content may be incorrect.">
            <a:extLst>
              <a:ext uri="{FF2B5EF4-FFF2-40B4-BE49-F238E27FC236}">
                <a16:creationId xmlns:a16="http://schemas.microsoft.com/office/drawing/2014/main" id="{50E3F240-EA4B-5F4F-4A06-D990C78E2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525" y="1714500"/>
            <a:ext cx="5648325" cy="3495675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863070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7BA4F-F065-6CC6-4B2D-ACA7A86F9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F6C9FAD-0771-BED2-3DEF-596561A0C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 dirty="0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Búsqueda de </a:t>
            </a:r>
            <a:r>
              <a:rPr lang="es-ES" b="1" dirty="0" err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strings</a:t>
            </a:r>
            <a:r>
              <a:rPr lang="es-ES" b="1" dirty="0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 que tengan un cierto prefijo…</a:t>
            </a: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Marcador de contenido 3">
            <a:extLst>
              <a:ext uri="{FF2B5EF4-FFF2-40B4-BE49-F238E27FC236}">
                <a16:creationId xmlns:a16="http://schemas.microsoft.com/office/drawing/2014/main" id="{B09FC514-4D74-0136-D51E-B98D645B9337}"/>
              </a:ext>
            </a:extLst>
          </p:cNvPr>
          <p:cNvSpPr txBox="1">
            <a:spLocks/>
          </p:cNvSpPr>
          <p:nvPr/>
        </p:nvSpPr>
        <p:spPr>
          <a:xfrm>
            <a:off x="840553" y="1713089"/>
            <a:ext cx="10332792" cy="475848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UY" sz="3200" dirty="0">
                <a:latin typeface="Bahnschrift SemiLight"/>
                <a:ea typeface="Calibri"/>
                <a:cs typeface="Calibri"/>
              </a:rPr>
              <a:t>Indicar</a:t>
            </a:r>
            <a:r>
              <a:rPr lang="es-UY" sz="3200" dirty="0">
                <a:solidFill>
                  <a:srgbClr val="000000"/>
                </a:solidFill>
                <a:latin typeface="Bahnschrift SemiLight"/>
                <a:ea typeface="Calibri"/>
                <a:cs typeface="Calibri"/>
              </a:rPr>
              <a:t> </a:t>
            </a:r>
            <a:r>
              <a:rPr lang="es-UY" sz="3200" dirty="0">
                <a:latin typeface="Bahnschrift SemiLight"/>
                <a:ea typeface="Calibri"/>
                <a:cs typeface="Calibri"/>
              </a:rPr>
              <a:t>todas las palabras del trie que </a:t>
            </a:r>
            <a:r>
              <a:rPr lang="es-UY" sz="3200">
                <a:latin typeface="Bahnschrift SemiLight"/>
                <a:ea typeface="Calibri"/>
                <a:cs typeface="Calibri"/>
              </a:rPr>
              <a:t>tengan “</a:t>
            </a:r>
            <a:r>
              <a:rPr lang="es-UY" sz="3200" b="1">
                <a:latin typeface="Bahnschrift SemiLight"/>
                <a:ea typeface="Calibri"/>
                <a:cs typeface="Calibri"/>
              </a:rPr>
              <a:t>be</a:t>
            </a:r>
            <a:r>
              <a:rPr lang="es-UY" sz="3200">
                <a:latin typeface="Bahnschrift SemiLight"/>
                <a:ea typeface="Calibri"/>
                <a:cs typeface="Calibri"/>
              </a:rPr>
              <a:t>” como prefijo. </a:t>
            </a:r>
            <a:endParaRPr lang="es-UY" sz="3200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pPr marL="457200" indent="-457200"/>
            <a:endParaRPr lang="es-UY" sz="3200" dirty="0">
              <a:ea typeface="Calibri"/>
              <a:cs typeface="Calibri"/>
            </a:endParaRPr>
          </a:p>
        </p:txBody>
      </p:sp>
      <p:pic>
        <p:nvPicPr>
          <p:cNvPr id="2" name="Picture 1" descr="A diagram of a tree&#10;&#10;AI-generated content may be incorrect.">
            <a:extLst>
              <a:ext uri="{FF2B5EF4-FFF2-40B4-BE49-F238E27FC236}">
                <a16:creationId xmlns:a16="http://schemas.microsoft.com/office/drawing/2014/main" id="{A79476ED-A6BF-B93E-B13A-2ABC4F9B5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950" y="3038475"/>
            <a:ext cx="8248650" cy="297180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3879760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84D77-11A0-0F09-8BBA-92585A8BB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43CA2D0F-4A9D-1DFF-98BF-859012C65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Trabajo de aplicación 3</a:t>
            </a: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Marcador de contenido 3">
            <a:extLst>
              <a:ext uri="{FF2B5EF4-FFF2-40B4-BE49-F238E27FC236}">
                <a16:creationId xmlns:a16="http://schemas.microsoft.com/office/drawing/2014/main" id="{C88A458A-1750-345C-A377-321E70291366}"/>
              </a:ext>
            </a:extLst>
          </p:cNvPr>
          <p:cNvSpPr txBox="1">
            <a:spLocks/>
          </p:cNvSpPr>
          <p:nvPr/>
        </p:nvSpPr>
        <p:spPr>
          <a:xfrm>
            <a:off x="840553" y="1170453"/>
            <a:ext cx="9813247" cy="475848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UY" sz="3200">
                <a:latin typeface="Bahnschrift SemiLight"/>
                <a:ea typeface="Calibri"/>
                <a:cs typeface="Calibri"/>
              </a:rPr>
              <a:t>Ejercicio 0</a:t>
            </a:r>
            <a:endParaRPr lang="es-UY" sz="3200" dirty="0">
              <a:latin typeface="Bahnschrift SemiLight"/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s-UY" sz="2800">
                <a:latin typeface="Bahnschrift SemiLight"/>
                <a:ea typeface="Calibri"/>
                <a:cs typeface="Calibri"/>
              </a:rPr>
              <a:t>Pseudocódigo abstracto para buscar por prefijo</a:t>
            </a:r>
          </a:p>
          <a:p>
            <a:endParaRPr lang="es-UY" sz="3200" dirty="0">
              <a:latin typeface="Bahnschrift SemiLight"/>
              <a:ea typeface="Calibri"/>
              <a:cs typeface="Calibri"/>
            </a:endParaRPr>
          </a:p>
          <a:p>
            <a:r>
              <a:rPr lang="es-UY" sz="3200">
                <a:latin typeface="Bahnschrift SemiLight"/>
                <a:ea typeface="Calibri"/>
                <a:cs typeface="Calibri"/>
              </a:rPr>
              <a:t>Ejercicio 1</a:t>
            </a:r>
            <a:endParaRPr lang="es-UY" sz="3200" dirty="0">
              <a:latin typeface="Bahnschrift SemiLight"/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s-UY" sz="2800" dirty="0">
                <a:latin typeface="Bahnschrift SemiLight"/>
                <a:ea typeface="Calibri"/>
                <a:cs typeface="Calibri"/>
              </a:rPr>
              <a:t>“predecir” o “autocompletar” (búsqueda de todas las </a:t>
            </a:r>
            <a:r>
              <a:rPr lang="es-UY" sz="2800" dirty="0" err="1">
                <a:latin typeface="Bahnschrift SemiLight"/>
                <a:ea typeface="Calibri"/>
                <a:cs typeface="Calibri"/>
              </a:rPr>
              <a:t>strings</a:t>
            </a:r>
            <a:r>
              <a:rPr lang="es-UY" sz="2800" dirty="0">
                <a:latin typeface="Bahnschrift SemiLight"/>
                <a:ea typeface="Calibri"/>
                <a:cs typeface="Calibri"/>
              </a:rPr>
              <a:t> del trie que tengan una cierta cadena, pasada por parámetro, como prefijo)</a:t>
            </a:r>
            <a:endParaRPr lang="es-UY" sz="2800" dirty="0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endParaRPr lang="es-UY" sz="3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811996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37C24-434A-CA67-B721-68607E333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960F8239-9F82-3605-6A19-E450BC3E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En perspectiva: Métodos de Búsqueda…</a:t>
            </a:r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Marcador de contenido 3">
            <a:extLst>
              <a:ext uri="{FF2B5EF4-FFF2-40B4-BE49-F238E27FC236}">
                <a16:creationId xmlns:a16="http://schemas.microsoft.com/office/drawing/2014/main" id="{57659164-7872-5B5E-532E-61B7C44378C2}"/>
              </a:ext>
            </a:extLst>
          </p:cNvPr>
          <p:cNvSpPr txBox="1">
            <a:spLocks/>
          </p:cNvSpPr>
          <p:nvPr/>
        </p:nvSpPr>
        <p:spPr>
          <a:xfrm>
            <a:off x="840553" y="1170453"/>
            <a:ext cx="9646992" cy="475848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UY" sz="3200" dirty="0">
                <a:latin typeface="Bahnschrift SemiLight"/>
                <a:ea typeface="Calibri"/>
                <a:cs typeface="Calibri"/>
              </a:rPr>
              <a:t>Varias formas de realizar búsquedas de </a:t>
            </a:r>
            <a:r>
              <a:rPr lang="es-UY" sz="3200">
                <a:latin typeface="Bahnschrift SemiLight"/>
                <a:ea typeface="Calibri"/>
                <a:cs typeface="Calibri"/>
              </a:rPr>
              <a:t>información en estructuras de datos:</a:t>
            </a:r>
            <a:endParaRPr lang="es-UY" sz="3200" dirty="0">
              <a:latin typeface="Bahnschrift SemiLight"/>
              <a:ea typeface="Calibri"/>
              <a:cs typeface="Calibri"/>
            </a:endParaRPr>
          </a:p>
          <a:p>
            <a:r>
              <a:rPr lang="es-UY" sz="3200" dirty="0">
                <a:latin typeface="Bahnschrift SemiLight"/>
                <a:ea typeface="Calibri"/>
                <a:cs typeface="Calibri"/>
              </a:rPr>
              <a:t>Búsqueda por </a:t>
            </a:r>
            <a:r>
              <a:rPr lang="es-UY" sz="3200" i="1" dirty="0">
                <a:latin typeface="Bahnschrift SemiLight"/>
                <a:ea typeface="Calibri"/>
                <a:cs typeface="Calibri"/>
              </a:rPr>
              <a:t>comparación </a:t>
            </a:r>
            <a:r>
              <a:rPr lang="es-UY" sz="3200" dirty="0">
                <a:latin typeface="Bahnschrift SemiLight"/>
                <a:ea typeface="Calibri"/>
                <a:cs typeface="Calibri"/>
              </a:rPr>
              <a:t>de claves (</a:t>
            </a:r>
            <a:r>
              <a:rPr lang="es-UY" sz="3200">
                <a:latin typeface="Bahnschrift SemiLight"/>
                <a:ea typeface="Calibri"/>
                <a:cs typeface="Calibri"/>
              </a:rPr>
              <a:t>listas, árboles</a:t>
            </a:r>
            <a:r>
              <a:rPr lang="es-UY" sz="3200" dirty="0">
                <a:latin typeface="Bahnschrift SemiLight"/>
                <a:ea typeface="Calibri"/>
                <a:cs typeface="Calibri"/>
              </a:rPr>
              <a:t>)</a:t>
            </a:r>
          </a:p>
          <a:p>
            <a:r>
              <a:rPr lang="es-UY" sz="3200" dirty="0">
                <a:latin typeface="Bahnschrift SemiLight"/>
                <a:ea typeface="Calibri"/>
                <a:cs typeface="Calibri"/>
              </a:rPr>
              <a:t>Búsqueda “</a:t>
            </a:r>
            <a:r>
              <a:rPr lang="es-UY" sz="3200" i="1" dirty="0">
                <a:latin typeface="Bahnschrift SemiLight"/>
                <a:ea typeface="Calibri"/>
                <a:cs typeface="Calibri"/>
              </a:rPr>
              <a:t>digital</a:t>
            </a:r>
            <a:r>
              <a:rPr lang="es-UY" sz="3200" dirty="0">
                <a:latin typeface="Bahnschrift SemiLight"/>
                <a:ea typeface="Calibri"/>
                <a:cs typeface="Calibri"/>
              </a:rPr>
              <a:t>”, dirigida por los “</a:t>
            </a:r>
            <a:r>
              <a:rPr lang="es-UY" sz="3200" i="1" dirty="0">
                <a:latin typeface="Bahnschrift SemiLight"/>
                <a:ea typeface="Calibri"/>
                <a:cs typeface="Calibri"/>
              </a:rPr>
              <a:t>dígitos</a:t>
            </a:r>
            <a:r>
              <a:rPr lang="es-UY" sz="3200">
                <a:latin typeface="Bahnschrift SemiLight"/>
                <a:ea typeface="Calibri"/>
                <a:cs typeface="Calibri"/>
              </a:rPr>
              <a:t>” de</a:t>
            </a:r>
            <a:r>
              <a:rPr lang="es-UY" sz="3200" dirty="0">
                <a:latin typeface="Bahnschrift SemiLight"/>
                <a:ea typeface="Calibri"/>
                <a:cs typeface="Calibri"/>
              </a:rPr>
              <a:t> la clave (tries)</a:t>
            </a:r>
          </a:p>
          <a:p>
            <a:r>
              <a:rPr lang="es-UY" sz="3200">
                <a:latin typeface="Bahnschrift SemiLight"/>
                <a:ea typeface="Calibri"/>
                <a:cs typeface="Calibri"/>
              </a:rPr>
              <a:t>Búsqueda por </a:t>
            </a:r>
            <a:r>
              <a:rPr lang="es-UY" sz="3200" i="1">
                <a:latin typeface="Bahnschrift SemiLight"/>
                <a:ea typeface="Calibri"/>
                <a:cs typeface="Calibri"/>
              </a:rPr>
              <a:t>transformación </a:t>
            </a:r>
            <a:r>
              <a:rPr lang="es-UY" sz="3200">
                <a:latin typeface="Bahnschrift SemiLight"/>
                <a:ea typeface="Calibri"/>
                <a:cs typeface="Calibri"/>
              </a:rPr>
              <a:t>de claves (próxima UT)</a:t>
            </a:r>
            <a:endParaRPr lang="es-UY" sz="3200" dirty="0">
              <a:latin typeface="Bahnschrift SemiLight"/>
              <a:ea typeface="Calibri"/>
              <a:cs typeface="Calibri"/>
            </a:endParaRPr>
          </a:p>
          <a:p>
            <a:endParaRPr lang="es-UY" sz="3200" dirty="0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endParaRPr lang="es-UY" sz="3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620872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4CDB7-D3AE-4310-8E26-D5B08F6B4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97AAA74F-668D-F930-A755-B4C534AD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 dirty="0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¿y cuánta memoria ocupa </a:t>
            </a:r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este trie</a:t>
            </a:r>
            <a:r>
              <a:rPr lang="es-ES" b="1" dirty="0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?</a:t>
            </a: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2" name="Picture 1" descr="A diagram of a tree&#10;&#10;AI-generated content may be incorrect.">
            <a:extLst>
              <a:ext uri="{FF2B5EF4-FFF2-40B4-BE49-F238E27FC236}">
                <a16:creationId xmlns:a16="http://schemas.microsoft.com/office/drawing/2014/main" id="{E6B57C67-9258-B49E-68B2-075963485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675" y="1524000"/>
            <a:ext cx="824865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705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12EB1-06FC-4A50-A549-D9B588AFF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729F52F0-1363-040E-B5C9-92CDEAF9C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sz="3600" b="1" dirty="0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Trie comprimido – “</a:t>
            </a:r>
            <a:r>
              <a:rPr lang="es-ES" sz="3600" i="1" dirty="0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patricia</a:t>
            </a:r>
            <a:r>
              <a:rPr lang="es-ES" sz="3600" b="1" dirty="0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”</a:t>
            </a:r>
            <a:br>
              <a:rPr lang="es-ES" sz="3600" b="1" dirty="0">
                <a:latin typeface="Bahnschrift Light"/>
                <a:ea typeface="Calibri"/>
                <a:cs typeface="Calibri"/>
              </a:rPr>
            </a:br>
            <a:r>
              <a:rPr lang="es-ES" sz="3600" b="1" dirty="0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“</a:t>
            </a:r>
            <a:r>
              <a:rPr lang="es-ES" sz="3200" b="1" i="1" dirty="0" err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Practical</a:t>
            </a:r>
            <a:r>
              <a:rPr lang="es-ES" sz="3200" b="1" i="1" dirty="0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 </a:t>
            </a:r>
            <a:r>
              <a:rPr lang="es-ES" sz="3200" b="1" i="1" dirty="0" err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Algorithm</a:t>
            </a:r>
            <a:r>
              <a:rPr lang="es-ES" sz="3200" b="1" i="1" dirty="0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 </a:t>
            </a:r>
            <a:r>
              <a:rPr lang="es-ES" sz="3200" b="1" i="1" dirty="0" err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to</a:t>
            </a:r>
            <a:r>
              <a:rPr lang="es-ES" sz="3200" b="1" i="1" dirty="0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 </a:t>
            </a:r>
            <a:r>
              <a:rPr lang="es-ES" sz="3200" b="1" i="1" dirty="0" err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Retrieve</a:t>
            </a:r>
            <a:r>
              <a:rPr lang="es-ES" sz="3200" b="1" i="1" dirty="0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 </a:t>
            </a:r>
            <a:r>
              <a:rPr lang="es-ES" sz="3200" b="1" i="1" dirty="0" err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Information</a:t>
            </a:r>
            <a:r>
              <a:rPr lang="es-ES" sz="3200" b="1" i="1" dirty="0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 </a:t>
            </a:r>
            <a:r>
              <a:rPr lang="es-ES" sz="3200" b="1" i="1" dirty="0" err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Coded</a:t>
            </a:r>
            <a:r>
              <a:rPr lang="es-ES" sz="3200" b="1" i="1" dirty="0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 in </a:t>
            </a:r>
            <a:r>
              <a:rPr lang="es-ES" sz="3200" b="1" i="1" dirty="0" err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Alphanumeric</a:t>
            </a:r>
            <a:r>
              <a:rPr lang="es-ES" sz="3600" b="1" dirty="0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”</a:t>
            </a:r>
          </a:p>
          <a:p>
            <a:endParaRPr lang="es-ES" sz="3600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sz="3600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sz="3600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sz="3600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sz="3600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sz="3600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sz="3600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sz="3600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sz="3600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sz="3600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sz="3600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sz="3600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sz="3600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sz="3600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sz="3600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sz="3600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sz="3600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sz="3600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sz="3600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Marcador de contenido 3">
            <a:extLst>
              <a:ext uri="{FF2B5EF4-FFF2-40B4-BE49-F238E27FC236}">
                <a16:creationId xmlns:a16="http://schemas.microsoft.com/office/drawing/2014/main" id="{5DC75251-9063-6F5A-E0C5-B5186C9069A3}"/>
              </a:ext>
            </a:extLst>
          </p:cNvPr>
          <p:cNvSpPr txBox="1">
            <a:spLocks/>
          </p:cNvSpPr>
          <p:nvPr/>
        </p:nvSpPr>
        <p:spPr>
          <a:xfrm>
            <a:off x="840553" y="2103903"/>
            <a:ext cx="9813247" cy="475848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UY" dirty="0">
                <a:latin typeface="Bahnschrift SemiLight"/>
                <a:ea typeface="Calibri"/>
                <a:cs typeface="Calibri"/>
              </a:rPr>
              <a:t>Ver que muchos nodos del trie tienen sólo </a:t>
            </a:r>
            <a:r>
              <a:rPr lang="es-UY">
                <a:latin typeface="Bahnschrift SemiLight"/>
                <a:ea typeface="Calibri"/>
                <a:cs typeface="Calibri"/>
              </a:rPr>
              <a:t>un hijo</a:t>
            </a:r>
            <a:r>
              <a:rPr lang="es-UY" dirty="0">
                <a:latin typeface="Bahnschrift SemiLight"/>
                <a:ea typeface="Calibri"/>
                <a:cs typeface="Calibri"/>
              </a:rPr>
              <a:t>….</a:t>
            </a:r>
          </a:p>
          <a:p>
            <a:r>
              <a:rPr lang="es-UY" dirty="0">
                <a:latin typeface="Bahnschrift SemiLight"/>
                <a:ea typeface="Calibri"/>
                <a:cs typeface="Calibri"/>
              </a:rPr>
              <a:t>El trie comprimido </a:t>
            </a:r>
            <a:r>
              <a:rPr lang="es-UY" b="1" i="1" dirty="0">
                <a:latin typeface="Bahnschrift SemiLight"/>
                <a:ea typeface="Calibri"/>
                <a:cs typeface="Calibri"/>
              </a:rPr>
              <a:t>T</a:t>
            </a:r>
            <a:r>
              <a:rPr lang="es-UY" dirty="0">
                <a:latin typeface="Bahnschrift SemiLight"/>
                <a:ea typeface="Calibri"/>
                <a:cs typeface="Calibri"/>
              </a:rPr>
              <a:t> asegura que todos los </a:t>
            </a:r>
            <a:r>
              <a:rPr lang="es-UY">
                <a:latin typeface="Bahnschrift SemiLight"/>
                <a:ea typeface="Calibri"/>
                <a:cs typeface="Calibri"/>
              </a:rPr>
              <a:t>nodos tengan</a:t>
            </a:r>
            <a:r>
              <a:rPr lang="es-UY" dirty="0">
                <a:latin typeface="Bahnschrift SemiLight"/>
                <a:ea typeface="Calibri"/>
                <a:cs typeface="Calibri"/>
              </a:rPr>
              <a:t> </a:t>
            </a:r>
            <a:r>
              <a:rPr lang="es-UY" b="1" dirty="0">
                <a:latin typeface="Bahnschrift SemiLight"/>
                <a:ea typeface="Calibri"/>
                <a:cs typeface="Calibri"/>
              </a:rPr>
              <a:t>al menos dos hijos</a:t>
            </a:r>
            <a:r>
              <a:rPr lang="es-UY" dirty="0">
                <a:latin typeface="Bahnschrift SemiLight"/>
                <a:ea typeface="Calibri"/>
                <a:cs typeface="Calibri"/>
              </a:rPr>
              <a:t> (y como máximo </a:t>
            </a:r>
            <a:r>
              <a:rPr lang="es-UY" b="1" i="1" dirty="0">
                <a:latin typeface="Bahnschrift SemiLight"/>
                <a:ea typeface="Calibri"/>
                <a:cs typeface="Calibri"/>
              </a:rPr>
              <a:t>d</a:t>
            </a:r>
            <a:r>
              <a:rPr lang="es-UY" dirty="0">
                <a:latin typeface="Bahnschrift SemiLight"/>
                <a:ea typeface="Calibri"/>
                <a:cs typeface="Calibri"/>
              </a:rPr>
              <a:t>)</a:t>
            </a:r>
          </a:p>
          <a:p>
            <a:r>
              <a:rPr lang="es-UY" dirty="0">
                <a:latin typeface="Bahnschrift SemiLight"/>
                <a:ea typeface="Calibri"/>
                <a:cs typeface="Calibri"/>
              </a:rPr>
              <a:t>La cantidad de nodos internos de </a:t>
            </a:r>
            <a:r>
              <a:rPr lang="es-UY" b="1" i="1" dirty="0">
                <a:latin typeface="Bahnschrift SemiLight"/>
                <a:ea typeface="Calibri"/>
                <a:cs typeface="Calibri"/>
              </a:rPr>
              <a:t>T</a:t>
            </a:r>
            <a:r>
              <a:rPr lang="es-UY" dirty="0">
                <a:latin typeface="Bahnschrift SemiLight"/>
                <a:ea typeface="Calibri"/>
                <a:cs typeface="Calibri"/>
              </a:rPr>
              <a:t> con </a:t>
            </a:r>
            <a:r>
              <a:rPr lang="es-UY" b="1" i="1" dirty="0">
                <a:latin typeface="Bahnschrift SemiLight"/>
                <a:ea typeface="Calibri"/>
                <a:cs typeface="Calibri"/>
              </a:rPr>
              <a:t>L</a:t>
            </a:r>
            <a:r>
              <a:rPr lang="es-UY" dirty="0">
                <a:latin typeface="Bahnschrift SemiLight"/>
                <a:ea typeface="Calibri"/>
                <a:cs typeface="Calibri"/>
              </a:rPr>
              <a:t> hojas </a:t>
            </a:r>
            <a:r>
              <a:rPr lang="es-UY" dirty="0" err="1">
                <a:latin typeface="Bahnschrift SemiLight"/>
                <a:ea typeface="Calibri"/>
                <a:cs typeface="Calibri"/>
              </a:rPr>
              <a:t>serácomo</a:t>
            </a:r>
            <a:r>
              <a:rPr lang="es-UY" dirty="0">
                <a:latin typeface="Bahnschrift SemiLight"/>
                <a:ea typeface="Calibri"/>
                <a:cs typeface="Calibri"/>
              </a:rPr>
              <a:t> máximo </a:t>
            </a:r>
            <a:r>
              <a:rPr lang="es-UY" b="1" i="1" dirty="0">
                <a:latin typeface="Bahnschrift SemiLight"/>
                <a:ea typeface="Calibri"/>
                <a:cs typeface="Calibri"/>
              </a:rPr>
              <a:t>L-1</a:t>
            </a:r>
          </a:p>
          <a:p>
            <a:r>
              <a:rPr lang="es-UY" dirty="0">
                <a:latin typeface="Bahnschrift SemiLight"/>
                <a:ea typeface="Calibri"/>
                <a:cs typeface="Calibri"/>
              </a:rPr>
              <a:t>Si </a:t>
            </a:r>
            <a:r>
              <a:rPr lang="es-UY" b="1" i="1" dirty="0">
                <a:latin typeface="Bahnschrift SemiLight"/>
                <a:ea typeface="Calibri"/>
                <a:cs typeface="Calibri"/>
              </a:rPr>
              <a:t>s</a:t>
            </a:r>
            <a:r>
              <a:rPr lang="es-UY" dirty="0">
                <a:latin typeface="Bahnschrift SemiLight"/>
                <a:ea typeface="Calibri"/>
                <a:cs typeface="Calibri"/>
              </a:rPr>
              <a:t> es la cantidad de </a:t>
            </a:r>
            <a:r>
              <a:rPr lang="es-UY" dirty="0" err="1">
                <a:latin typeface="Bahnschrift SemiLight"/>
                <a:ea typeface="Calibri"/>
                <a:cs typeface="Calibri"/>
              </a:rPr>
              <a:t>strings</a:t>
            </a:r>
            <a:r>
              <a:rPr lang="es-UY" dirty="0">
                <a:latin typeface="Bahnschrift SemiLight"/>
                <a:ea typeface="Calibri"/>
                <a:cs typeface="Calibri"/>
              </a:rPr>
              <a:t> en </a:t>
            </a:r>
            <a:r>
              <a:rPr lang="es-UY" b="1" i="1" dirty="0">
                <a:latin typeface="Bahnschrift SemiLight"/>
                <a:ea typeface="Calibri"/>
                <a:cs typeface="Calibri"/>
              </a:rPr>
              <a:t>S</a:t>
            </a:r>
            <a:r>
              <a:rPr lang="es-UY" dirty="0">
                <a:latin typeface="Bahnschrift SemiLight"/>
                <a:ea typeface="Calibri"/>
                <a:cs typeface="Calibri"/>
              </a:rPr>
              <a:t>, entonces el tamaño de </a:t>
            </a:r>
            <a:r>
              <a:rPr lang="es-UY" b="1" i="1" dirty="0">
                <a:latin typeface="Bahnschrift SemiLight"/>
                <a:ea typeface="Calibri"/>
                <a:cs typeface="Calibri"/>
              </a:rPr>
              <a:t>T </a:t>
            </a:r>
            <a:r>
              <a:rPr lang="es-UY" dirty="0">
                <a:latin typeface="Bahnschrift SemiLight"/>
                <a:ea typeface="Calibri"/>
                <a:cs typeface="Calibri"/>
              </a:rPr>
              <a:t>será </a:t>
            </a:r>
            <a:r>
              <a:rPr lang="es-UY" b="1" dirty="0">
                <a:latin typeface="Bahnschrift SemiLight"/>
                <a:ea typeface="Calibri"/>
                <a:cs typeface="Calibri"/>
              </a:rPr>
              <a:t>O(</a:t>
            </a:r>
            <a:r>
              <a:rPr lang="es-UY" b="1" i="1" dirty="0">
                <a:latin typeface="Bahnschrift SemiLight"/>
                <a:ea typeface="Calibri"/>
                <a:cs typeface="Calibri"/>
              </a:rPr>
              <a:t>s</a:t>
            </a:r>
            <a:r>
              <a:rPr lang="es-UY" b="1" dirty="0">
                <a:latin typeface="Bahnschrift SemiLight"/>
                <a:ea typeface="Calibri"/>
                <a:cs typeface="Calibri"/>
              </a:rPr>
              <a:t>)</a:t>
            </a:r>
          </a:p>
          <a:p>
            <a:r>
              <a:rPr lang="es-UY" dirty="0">
                <a:latin typeface="Bahnschrift SemiLight"/>
                <a:ea typeface="Calibri"/>
                <a:cs typeface="Calibri"/>
              </a:rPr>
              <a:t>Esto se asegura comprimiendo las cadenas de nodos que tienen sólo un hijo en </a:t>
            </a:r>
            <a:r>
              <a:rPr lang="es-UY">
                <a:latin typeface="Bahnschrift SemiLight"/>
                <a:ea typeface="Calibri"/>
                <a:cs typeface="Calibri"/>
              </a:rPr>
              <a:t>aristas individuales</a:t>
            </a:r>
            <a:endParaRPr lang="es-UY" dirty="0" err="1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endParaRPr lang="es-UY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539975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73E9C-F2BD-4762-24C3-436054545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8817BF02-B1BB-8E12-7958-551D1F852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Trie comprimido – “</a:t>
            </a:r>
            <a:r>
              <a:rPr lang="es-ES" i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patricia</a:t>
            </a:r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”</a:t>
            </a:r>
          </a:p>
          <a:p>
            <a:endParaRPr lang="es-ES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2" name="Google Shape;765;p56">
            <a:extLst>
              <a:ext uri="{FF2B5EF4-FFF2-40B4-BE49-F238E27FC236}">
                <a16:creationId xmlns:a16="http://schemas.microsoft.com/office/drawing/2014/main" id="{C08E5C8C-AEEA-8222-695E-1C8EBAFD32FF}"/>
              </a:ext>
            </a:extLst>
          </p:cNvPr>
          <p:cNvPicPr preferRelativeResize="0">
            <a:picLocks noGrp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74143" y="1093573"/>
            <a:ext cx="9022333" cy="417354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66;p56">
            <a:extLst>
              <a:ext uri="{FF2B5EF4-FFF2-40B4-BE49-F238E27FC236}">
                <a16:creationId xmlns:a16="http://schemas.microsoft.com/office/drawing/2014/main" id="{10535F80-C54E-CEB7-2E6D-430546F1328D}"/>
              </a:ext>
            </a:extLst>
          </p:cNvPr>
          <p:cNvSpPr/>
          <p:nvPr/>
        </p:nvSpPr>
        <p:spPr>
          <a:xfrm>
            <a:off x="1610896" y="3104147"/>
            <a:ext cx="762000" cy="1524000"/>
          </a:xfrm>
          <a:prstGeom prst="ellipse">
            <a:avLst/>
          </a:prstGeom>
          <a:noFill/>
          <a:ln w="508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767;p56">
            <a:extLst>
              <a:ext uri="{FF2B5EF4-FFF2-40B4-BE49-F238E27FC236}">
                <a16:creationId xmlns:a16="http://schemas.microsoft.com/office/drawing/2014/main" id="{7BBE68A0-5B44-27FF-B0E6-9627DF68BA26}"/>
              </a:ext>
            </a:extLst>
          </p:cNvPr>
          <p:cNvSpPr/>
          <p:nvPr/>
        </p:nvSpPr>
        <p:spPr>
          <a:xfrm>
            <a:off x="2906296" y="3180347"/>
            <a:ext cx="762000" cy="1524000"/>
          </a:xfrm>
          <a:prstGeom prst="ellipse">
            <a:avLst/>
          </a:prstGeom>
          <a:noFill/>
          <a:ln w="508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768;p56">
            <a:extLst>
              <a:ext uri="{FF2B5EF4-FFF2-40B4-BE49-F238E27FC236}">
                <a16:creationId xmlns:a16="http://schemas.microsoft.com/office/drawing/2014/main" id="{98F79F88-37B0-5564-7A65-3379B59472D1}"/>
              </a:ext>
            </a:extLst>
          </p:cNvPr>
          <p:cNvSpPr/>
          <p:nvPr/>
        </p:nvSpPr>
        <p:spPr>
          <a:xfrm>
            <a:off x="4811296" y="3213329"/>
            <a:ext cx="762000" cy="1524000"/>
          </a:xfrm>
          <a:prstGeom prst="ellipse">
            <a:avLst/>
          </a:prstGeom>
          <a:noFill/>
          <a:ln w="508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69;p56">
            <a:extLst>
              <a:ext uri="{FF2B5EF4-FFF2-40B4-BE49-F238E27FC236}">
                <a16:creationId xmlns:a16="http://schemas.microsoft.com/office/drawing/2014/main" id="{1EE3197C-9D69-F184-DBF2-C90F9E24E72F}"/>
              </a:ext>
            </a:extLst>
          </p:cNvPr>
          <p:cNvSpPr/>
          <p:nvPr/>
        </p:nvSpPr>
        <p:spPr>
          <a:xfrm>
            <a:off x="3896896" y="2494547"/>
            <a:ext cx="762000" cy="1524000"/>
          </a:xfrm>
          <a:prstGeom prst="ellipse">
            <a:avLst/>
          </a:prstGeom>
          <a:noFill/>
          <a:ln w="508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770;p56">
            <a:extLst>
              <a:ext uri="{FF2B5EF4-FFF2-40B4-BE49-F238E27FC236}">
                <a16:creationId xmlns:a16="http://schemas.microsoft.com/office/drawing/2014/main" id="{7CF7233E-4FDD-FDE6-CF60-43783F99C782}"/>
              </a:ext>
            </a:extLst>
          </p:cNvPr>
          <p:cNvSpPr/>
          <p:nvPr/>
        </p:nvSpPr>
        <p:spPr>
          <a:xfrm>
            <a:off x="7164207" y="2494547"/>
            <a:ext cx="762000" cy="2242782"/>
          </a:xfrm>
          <a:prstGeom prst="ellipse">
            <a:avLst/>
          </a:prstGeom>
          <a:noFill/>
          <a:ln w="508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771;p56">
            <a:extLst>
              <a:ext uri="{FF2B5EF4-FFF2-40B4-BE49-F238E27FC236}">
                <a16:creationId xmlns:a16="http://schemas.microsoft.com/office/drawing/2014/main" id="{87ED1FBB-065C-856D-9FB1-875582838353}"/>
              </a:ext>
            </a:extLst>
          </p:cNvPr>
          <p:cNvSpPr/>
          <p:nvPr/>
        </p:nvSpPr>
        <p:spPr>
          <a:xfrm>
            <a:off x="9002296" y="2494547"/>
            <a:ext cx="762000" cy="1524000"/>
          </a:xfrm>
          <a:prstGeom prst="ellipse">
            <a:avLst/>
          </a:prstGeom>
          <a:noFill/>
          <a:ln w="508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772;p56">
            <a:extLst>
              <a:ext uri="{FF2B5EF4-FFF2-40B4-BE49-F238E27FC236}">
                <a16:creationId xmlns:a16="http://schemas.microsoft.com/office/drawing/2014/main" id="{46C998ED-07E0-E8D1-A06B-D2AE299902B5}"/>
              </a:ext>
            </a:extLst>
          </p:cNvPr>
          <p:cNvSpPr/>
          <p:nvPr/>
        </p:nvSpPr>
        <p:spPr>
          <a:xfrm>
            <a:off x="8299436" y="3942347"/>
            <a:ext cx="762000" cy="1524000"/>
          </a:xfrm>
          <a:prstGeom prst="ellipse">
            <a:avLst/>
          </a:prstGeom>
          <a:noFill/>
          <a:ln w="508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Marcador de contenido 3">
            <a:extLst>
              <a:ext uri="{FF2B5EF4-FFF2-40B4-BE49-F238E27FC236}">
                <a16:creationId xmlns:a16="http://schemas.microsoft.com/office/drawing/2014/main" id="{152D3D53-E50E-94E0-84C1-900C7E650197}"/>
              </a:ext>
            </a:extLst>
          </p:cNvPr>
          <p:cNvSpPr txBox="1">
            <a:spLocks/>
          </p:cNvSpPr>
          <p:nvPr/>
        </p:nvSpPr>
        <p:spPr>
          <a:xfrm>
            <a:off x="1164403" y="5571003"/>
            <a:ext cx="9860872" cy="59606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UY" sz="2400" dirty="0">
                <a:latin typeface="Bahnschrift SemiLight"/>
                <a:ea typeface="Calibri"/>
                <a:cs typeface="Calibri"/>
              </a:rPr>
              <a:t>Sustituir los nodos con 1 sólo hijo por la </a:t>
            </a:r>
            <a:r>
              <a:rPr lang="es-UY" sz="2400">
                <a:latin typeface="Bahnschrift SemiLight"/>
                <a:ea typeface="Calibri"/>
                <a:cs typeface="Calibri"/>
              </a:rPr>
              <a:t>cadena correspondiente</a:t>
            </a:r>
            <a:r>
              <a:rPr lang="es-UY" sz="2400" dirty="0">
                <a:latin typeface="Bahnschrift SemiLight"/>
                <a:ea typeface="Calibri"/>
                <a:cs typeface="Calibri"/>
              </a:rPr>
              <a:t>….</a:t>
            </a:r>
            <a:endParaRPr lang="es-UY" sz="2400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pPr marL="0" indent="0">
              <a:buNone/>
            </a:pPr>
            <a:endParaRPr lang="es-UY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24897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4F8A8-4090-DDEA-3AA5-DA617FF07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26F53691-F7CE-E247-73D0-C1A70CD5D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Trie comprimido – “</a:t>
            </a:r>
            <a:r>
              <a:rPr lang="es-ES" i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patricia</a:t>
            </a:r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” </a:t>
            </a:r>
            <a:r>
              <a:rPr lang="es-ES" b="1" i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¿cómo sería?</a:t>
            </a:r>
            <a:endParaRPr lang="es-ES" b="1" i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13" name="Marcador de contenido 3">
            <a:extLst>
              <a:ext uri="{FF2B5EF4-FFF2-40B4-BE49-F238E27FC236}">
                <a16:creationId xmlns:a16="http://schemas.microsoft.com/office/drawing/2014/main" id="{3A728485-4B46-8677-D41C-AEAB5499A2BD}"/>
              </a:ext>
            </a:extLst>
          </p:cNvPr>
          <p:cNvSpPr txBox="1">
            <a:spLocks/>
          </p:cNvSpPr>
          <p:nvPr/>
        </p:nvSpPr>
        <p:spPr>
          <a:xfrm>
            <a:off x="1164403" y="5571003"/>
            <a:ext cx="9860872" cy="59606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UY" sz="2400" dirty="0">
                <a:latin typeface="Bahnschrift SemiLight"/>
                <a:ea typeface="Calibri"/>
                <a:cs typeface="Calibri"/>
              </a:rPr>
              <a:t>¿pero no se ocupa memoria al guardar </a:t>
            </a:r>
            <a:r>
              <a:rPr lang="es-UY" sz="2400" dirty="0" err="1">
                <a:latin typeface="Bahnschrift SemiLight"/>
                <a:ea typeface="Calibri"/>
                <a:cs typeface="Calibri"/>
              </a:rPr>
              <a:t>estascadenas</a:t>
            </a:r>
            <a:r>
              <a:rPr lang="es-UY" sz="2400" dirty="0">
                <a:latin typeface="Bahnschrift SemiLight"/>
                <a:ea typeface="Calibri"/>
                <a:cs typeface="Calibri"/>
              </a:rPr>
              <a:t>?</a:t>
            </a:r>
          </a:p>
          <a:p>
            <a:pPr marL="0" indent="0">
              <a:buNone/>
            </a:pPr>
            <a:endParaRPr lang="es-UY" sz="2400" dirty="0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pPr marL="0" indent="0">
              <a:buNone/>
            </a:pPr>
            <a:endParaRPr lang="es-UY" sz="2400" dirty="0">
              <a:ea typeface="Calibri"/>
              <a:cs typeface="Calibri"/>
            </a:endParaRPr>
          </a:p>
        </p:txBody>
      </p:sp>
      <p:pic>
        <p:nvPicPr>
          <p:cNvPr id="3" name="Picture 2" descr="A diagram of a network&#10;&#10;AI-generated content may be incorrect.">
            <a:extLst>
              <a:ext uri="{FF2B5EF4-FFF2-40B4-BE49-F238E27FC236}">
                <a16:creationId xmlns:a16="http://schemas.microsoft.com/office/drawing/2014/main" id="{F4480E53-BACE-4914-7059-A9228ABB6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737" y="1471612"/>
            <a:ext cx="8772525" cy="3914775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42614519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49EEA-CF91-3B4E-A9E4-228243D55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7F280C5F-E2F3-A472-48E7-57FE72B5F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Trie comprimido – “</a:t>
            </a:r>
            <a:r>
              <a:rPr lang="es-ES" i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patricia</a:t>
            </a:r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”</a:t>
            </a:r>
          </a:p>
          <a:p>
            <a:endParaRPr lang="es-ES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12" name="Marcador de contenido 3">
            <a:extLst>
              <a:ext uri="{FF2B5EF4-FFF2-40B4-BE49-F238E27FC236}">
                <a16:creationId xmlns:a16="http://schemas.microsoft.com/office/drawing/2014/main" id="{C985C894-D184-5F8B-4A67-2652D9005004}"/>
              </a:ext>
            </a:extLst>
          </p:cNvPr>
          <p:cNvSpPr txBox="1">
            <a:spLocks/>
          </p:cNvSpPr>
          <p:nvPr/>
        </p:nvSpPr>
        <p:spPr>
          <a:xfrm>
            <a:off x="840553" y="1177146"/>
            <a:ext cx="9813247" cy="475848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UY">
                <a:latin typeface="Bahnschrift SemiLight"/>
                <a:ea typeface="Calibri"/>
                <a:cs typeface="Calibri"/>
              </a:rPr>
              <a:t>Ventajoso sólo cuando se lo utiliza como una estructura de índice auxiliar </a:t>
            </a:r>
            <a:endParaRPr lang="es-UY" dirty="0">
              <a:latin typeface="Bahnschrift SemiLight"/>
              <a:ea typeface="Calibri"/>
              <a:cs typeface="Calibri"/>
            </a:endParaRPr>
          </a:p>
          <a:p>
            <a:r>
              <a:rPr lang="es-UY" dirty="0">
                <a:latin typeface="Bahnschrift SemiLight"/>
                <a:ea typeface="Calibri"/>
                <a:cs typeface="Calibri"/>
              </a:rPr>
              <a:t>Colección de </a:t>
            </a:r>
            <a:r>
              <a:rPr lang="es-UY" dirty="0" err="1">
                <a:latin typeface="Bahnschrift SemiLight"/>
                <a:ea typeface="Calibri"/>
                <a:cs typeface="Calibri"/>
              </a:rPr>
              <a:t>strings</a:t>
            </a:r>
            <a:r>
              <a:rPr lang="es-UY" dirty="0">
                <a:latin typeface="Bahnschrift SemiLight"/>
                <a:ea typeface="Calibri"/>
                <a:cs typeface="Calibri"/>
              </a:rPr>
              <a:t> que ya está almacenada </a:t>
            </a:r>
          </a:p>
          <a:p>
            <a:r>
              <a:rPr lang="es-UY">
                <a:latin typeface="Bahnschrift SemiLight"/>
                <a:ea typeface="Calibri"/>
                <a:cs typeface="Calibri"/>
              </a:rPr>
              <a:t>No se le requiere que almacene realmente todos los caracteres </a:t>
            </a:r>
          </a:p>
          <a:p>
            <a:r>
              <a:rPr lang="es-UY" b="1" i="1" dirty="0">
                <a:latin typeface="Bahnschrift SemiLight"/>
                <a:ea typeface="Calibri"/>
                <a:cs typeface="Calibri"/>
              </a:rPr>
              <a:t>S</a:t>
            </a:r>
            <a:r>
              <a:rPr lang="es-UY" dirty="0">
                <a:latin typeface="Bahnschrift SemiLight"/>
                <a:ea typeface="Calibri"/>
                <a:cs typeface="Calibri"/>
              </a:rPr>
              <a:t> en un array de </a:t>
            </a:r>
            <a:r>
              <a:rPr lang="es-UY" dirty="0" err="1">
                <a:latin typeface="Bahnschrift SemiLight"/>
                <a:ea typeface="Calibri"/>
                <a:cs typeface="Calibri"/>
              </a:rPr>
              <a:t>strings</a:t>
            </a:r>
            <a:r>
              <a:rPr lang="es-UY" dirty="0">
                <a:latin typeface="Bahnschrift SemiLight"/>
                <a:ea typeface="Calibri"/>
                <a:cs typeface="Calibri"/>
              </a:rPr>
              <a:t> S[0], S[1], ..., S[s - 1]. </a:t>
            </a:r>
          </a:p>
          <a:p>
            <a:r>
              <a:rPr lang="es-UY" dirty="0">
                <a:latin typeface="Bahnschrift SemiLight"/>
                <a:ea typeface="Calibri"/>
                <a:cs typeface="Calibri"/>
              </a:rPr>
              <a:t>Tríada </a:t>
            </a:r>
            <a:r>
              <a:rPr lang="es-UY" b="1" dirty="0">
                <a:latin typeface="Bahnschrift SemiLight"/>
                <a:ea typeface="Calibri"/>
                <a:cs typeface="Calibri"/>
              </a:rPr>
              <a:t>(</a:t>
            </a:r>
            <a:r>
              <a:rPr lang="es-UY" b="1" dirty="0" err="1">
                <a:latin typeface="Bahnschrift SemiLight"/>
                <a:ea typeface="Calibri"/>
                <a:cs typeface="Calibri"/>
              </a:rPr>
              <a:t>i,j,k</a:t>
            </a:r>
            <a:r>
              <a:rPr lang="es-UY" b="1" dirty="0">
                <a:latin typeface="Bahnschrift SemiLight"/>
                <a:ea typeface="Calibri"/>
                <a:cs typeface="Calibri"/>
              </a:rPr>
              <a:t>)</a:t>
            </a:r>
            <a:r>
              <a:rPr lang="es-UY" dirty="0">
                <a:latin typeface="Bahnschrift SemiLight"/>
                <a:ea typeface="Calibri"/>
                <a:cs typeface="Calibri"/>
              </a:rPr>
              <a:t> representa etiqueta </a:t>
            </a:r>
            <a:r>
              <a:rPr lang="es-UY" b="1" dirty="0">
                <a:latin typeface="Bahnschrift SemiLight"/>
                <a:ea typeface="Calibri"/>
                <a:cs typeface="Calibri"/>
              </a:rPr>
              <a:t>X = S[i][ </a:t>
            </a:r>
            <a:r>
              <a:rPr lang="es-UY" b="1" dirty="0" err="1">
                <a:latin typeface="Bahnschrift SemiLight"/>
                <a:ea typeface="Calibri"/>
                <a:cs typeface="Calibri"/>
              </a:rPr>
              <a:t>j..k</a:t>
            </a:r>
            <a:r>
              <a:rPr lang="es-UY" b="1" dirty="0">
                <a:latin typeface="Bahnschrift SemiLight"/>
                <a:ea typeface="Calibri"/>
                <a:cs typeface="Calibri"/>
              </a:rPr>
              <a:t>]</a:t>
            </a:r>
          </a:p>
          <a:p>
            <a:r>
              <a:rPr lang="es-UY" b="1" i="1" dirty="0">
                <a:latin typeface="Bahnschrift SemiLight"/>
                <a:ea typeface="Calibri"/>
                <a:cs typeface="Calibri"/>
              </a:rPr>
              <a:t>X</a:t>
            </a:r>
            <a:r>
              <a:rPr lang="es-UY" dirty="0">
                <a:latin typeface="Bahnschrift SemiLight"/>
                <a:ea typeface="Calibri"/>
                <a:cs typeface="Calibri"/>
              </a:rPr>
              <a:t> es la </a:t>
            </a:r>
            <a:r>
              <a:rPr lang="es-UY" dirty="0" err="1">
                <a:latin typeface="Bahnschrift SemiLight"/>
                <a:ea typeface="Calibri"/>
                <a:cs typeface="Calibri"/>
              </a:rPr>
              <a:t>substring</a:t>
            </a:r>
            <a:r>
              <a:rPr lang="es-UY" dirty="0">
                <a:latin typeface="Bahnschrift SemiLight"/>
                <a:ea typeface="Calibri"/>
                <a:cs typeface="Calibri"/>
              </a:rPr>
              <a:t> de </a:t>
            </a:r>
            <a:r>
              <a:rPr lang="es-UY" b="1" dirty="0">
                <a:latin typeface="Bahnschrift SemiLight"/>
                <a:ea typeface="Calibri"/>
                <a:cs typeface="Calibri"/>
              </a:rPr>
              <a:t>S[i]</a:t>
            </a:r>
            <a:r>
              <a:rPr lang="es-UY" dirty="0">
                <a:latin typeface="Bahnschrift SemiLight"/>
                <a:ea typeface="Calibri"/>
                <a:cs typeface="Calibri"/>
              </a:rPr>
              <a:t> que consiste de los caracteres desde el </a:t>
            </a:r>
            <a:r>
              <a:rPr lang="es-UY" b="1" dirty="0">
                <a:latin typeface="Bahnschrift SemiLight"/>
                <a:ea typeface="Calibri"/>
                <a:cs typeface="Calibri"/>
              </a:rPr>
              <a:t>j-</a:t>
            </a:r>
            <a:r>
              <a:rPr lang="es-UY" b="1" dirty="0" err="1">
                <a:latin typeface="Bahnschrift SemiLight"/>
                <a:ea typeface="Calibri"/>
                <a:cs typeface="Calibri"/>
              </a:rPr>
              <a:t>esimo</a:t>
            </a:r>
            <a:r>
              <a:rPr lang="es-UY" dirty="0">
                <a:latin typeface="Bahnschrift SemiLight"/>
                <a:ea typeface="Calibri"/>
                <a:cs typeface="Calibri"/>
              </a:rPr>
              <a:t> al </a:t>
            </a:r>
            <a:r>
              <a:rPr lang="es-UY" b="1" dirty="0">
                <a:latin typeface="Bahnschrift SemiLight"/>
                <a:ea typeface="Calibri"/>
                <a:cs typeface="Calibri"/>
              </a:rPr>
              <a:t>k-</a:t>
            </a:r>
            <a:r>
              <a:rPr lang="es-UY" b="1" dirty="0" err="1">
                <a:latin typeface="Bahnschrift SemiLight"/>
                <a:ea typeface="Calibri"/>
                <a:cs typeface="Calibri"/>
              </a:rPr>
              <a:t>esimo</a:t>
            </a:r>
            <a:r>
              <a:rPr lang="es-UY" dirty="0">
                <a:latin typeface="Bahnschrift SemiLight"/>
                <a:ea typeface="Calibri"/>
                <a:cs typeface="Calibri"/>
              </a:rPr>
              <a:t> inclusive</a:t>
            </a:r>
            <a:endParaRPr lang="es-UY" dirty="0" err="1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endParaRPr lang="es-UY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262884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6C3C5-8A84-FAA0-4EE4-E0B4DA5EC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tree&#10;&#10;AI-generated content may be incorrect.">
            <a:extLst>
              <a:ext uri="{FF2B5EF4-FFF2-40B4-BE49-F238E27FC236}">
                <a16:creationId xmlns:a16="http://schemas.microsoft.com/office/drawing/2014/main" id="{87B1244B-E84B-922A-B567-F29EDD46C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367" y="68263"/>
            <a:ext cx="8187266" cy="61404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943419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15E35-BEFE-451D-874F-1A41CAE89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B99F626E-4EC3-03C0-2531-6F6605AA8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“</a:t>
            </a:r>
            <a:r>
              <a:rPr lang="es-ES" b="1" i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patricia</a:t>
            </a:r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” – representación compacta</a:t>
            </a:r>
            <a:br>
              <a:rPr lang="es-ES" b="1" dirty="0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</a:br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3" name="Picture 2" descr="A diagram of a algorithm&#10;&#10;AI-generated content may be incorrect.">
            <a:extLst>
              <a:ext uri="{FF2B5EF4-FFF2-40B4-BE49-F238E27FC236}">
                <a16:creationId xmlns:a16="http://schemas.microsoft.com/office/drawing/2014/main" id="{AE861056-4FD6-A4F3-D5E5-4F403F3A1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112" y="1098078"/>
            <a:ext cx="8105775" cy="511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4119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A7A6C-F9D5-07B3-4FDE-C20BB5FCC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9844DE77-EC8F-D62D-250B-7BF768ECD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>
                <a:latin typeface="Bahnschrift Light"/>
                <a:ea typeface="Calibri"/>
                <a:cs typeface="Calibri"/>
              </a:rPr>
              <a:t>Implementaciones de Patricia</a:t>
            </a:r>
          </a:p>
          <a:p>
            <a:endParaRPr lang="es-ES" b="1" dirty="0"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8F5EAA8-BD6A-6C91-39FE-00EE8A4FB368}"/>
              </a:ext>
            </a:extLst>
          </p:cNvPr>
          <p:cNvSpPr txBox="1">
            <a:spLocks/>
          </p:cNvSpPr>
          <p:nvPr/>
        </p:nvSpPr>
        <p:spPr>
          <a:xfrm>
            <a:off x="840553" y="1177146"/>
            <a:ext cx="9813247" cy="475848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UY">
                <a:latin typeface="Bahnschrift SemiLight"/>
                <a:ea typeface="Calibri"/>
                <a:cs typeface="Calibri"/>
              </a:rPr>
              <a:t>org.apache.commons.collections4.trie</a:t>
            </a:r>
            <a:endParaRPr lang="es-UY" dirty="0">
              <a:latin typeface="Bahnschrift SemiLight"/>
              <a:ea typeface="Calibri"/>
              <a:cs typeface="Calibri"/>
            </a:endParaRPr>
          </a:p>
          <a:p>
            <a:endParaRPr lang="es-UY" dirty="0">
              <a:latin typeface="Bahnschrift SemiLight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s-UY" sz="4400" b="1" dirty="0">
                <a:solidFill>
                  <a:srgbClr val="0509F7"/>
                </a:solidFill>
                <a:latin typeface="Bahnschrift SemiLight"/>
                <a:ea typeface="Calibri"/>
                <a:cs typeface="Calibri"/>
              </a:rPr>
              <a:t>    </a:t>
            </a:r>
            <a:r>
              <a:rPr lang="es-UY" sz="4400" b="1" u="sng" dirty="0" err="1">
                <a:solidFill>
                  <a:srgbClr val="0509F7"/>
                </a:solidFill>
                <a:latin typeface="Bahnschrift SemiLight"/>
                <a:ea typeface="Calibri"/>
                <a:cs typeface="Calibri"/>
              </a:rPr>
              <a:t>Class</a:t>
            </a:r>
            <a:r>
              <a:rPr lang="es-UY" sz="4400" b="1" u="sng" dirty="0">
                <a:solidFill>
                  <a:srgbClr val="0509F7"/>
                </a:solidFill>
                <a:latin typeface="Bahnschrift SemiLight"/>
                <a:ea typeface="Calibri"/>
                <a:cs typeface="Calibri"/>
              </a:rPr>
              <a:t> </a:t>
            </a:r>
            <a:r>
              <a:rPr lang="es-UY" sz="4400" b="1" u="sng" dirty="0" err="1">
                <a:solidFill>
                  <a:srgbClr val="0509F7"/>
                </a:solidFill>
                <a:latin typeface="Bahnschrift SemiLight"/>
                <a:ea typeface="Calibri"/>
                <a:cs typeface="Calibri"/>
              </a:rPr>
              <a:t>PatriciaTrie</a:t>
            </a:r>
            <a:r>
              <a:rPr lang="es-UY" sz="4400" b="1" u="sng" dirty="0">
                <a:solidFill>
                  <a:srgbClr val="0509F7"/>
                </a:solidFill>
                <a:latin typeface="Bahnschrift SemiLight"/>
                <a:ea typeface="Calibri"/>
                <a:cs typeface="Calibri"/>
              </a:rPr>
              <a:t>&lt;E&gt;</a:t>
            </a:r>
          </a:p>
          <a:p>
            <a:endParaRPr lang="es-UY" dirty="0">
              <a:latin typeface="Bahnschrift SemiLight"/>
              <a:ea typeface="Calibri"/>
              <a:cs typeface="Calibri"/>
            </a:endParaRPr>
          </a:p>
          <a:p>
            <a:endParaRPr lang="es-UY" dirty="0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endParaRPr lang="es-UY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14346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A6D37-ED9A-6AB2-0D7B-310497E10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CD9DE-E68E-CEB4-C137-B04BFA540D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91440" tIns="45720" rIns="91440" bIns="45720" anchor="b"/>
          <a:lstStyle/>
          <a:p>
            <a:r>
              <a:rPr lang="es-ES" sz="4400" dirty="0">
                <a:latin typeface="Bahnschrift"/>
                <a:ea typeface="Calibri Light"/>
                <a:cs typeface="Calibri Light"/>
              </a:rPr>
              <a:t>Trabajo </a:t>
            </a:r>
            <a:r>
              <a:rPr lang="es-ES" sz="4400">
                <a:latin typeface="Bahnschrift"/>
                <a:ea typeface="Calibri Light"/>
                <a:cs typeface="Calibri Light"/>
              </a:rPr>
              <a:t>de Aplicación</a:t>
            </a:r>
            <a:r>
              <a:rPr lang="es-ES" sz="4400" dirty="0">
                <a:latin typeface="Bahnschrift"/>
                <a:ea typeface="Calibri Light"/>
                <a:cs typeface="Calibri Light"/>
              </a:rPr>
              <a:t> 4</a:t>
            </a:r>
          </a:p>
        </p:txBody>
      </p:sp>
    </p:spTree>
    <p:extLst>
      <p:ext uri="{BB962C8B-B14F-4D97-AF65-F5344CB8AC3E}">
        <p14:creationId xmlns:p14="http://schemas.microsoft.com/office/powerpoint/2010/main" val="128198412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4A761-3067-7B45-0AEB-45C99F7C9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9389DF2B-C952-6E7B-6EAD-7D68C9590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611313"/>
          </a:xfrm>
        </p:spPr>
        <p:txBody>
          <a:bodyPr lIns="91440" tIns="45720" rIns="91440" bIns="45720" anchor="t"/>
          <a:lstStyle/>
          <a:p>
            <a:r>
              <a:rPr lang="es-ES" b="1">
                <a:solidFill>
                  <a:srgbClr val="000000"/>
                </a:solidFill>
                <a:latin typeface="Bahnschrift Light"/>
                <a:ea typeface="Calibri"/>
                <a:cs typeface="Calibri"/>
              </a:rPr>
              <a:t>TA4 EJERCICIO 1</a:t>
            </a:r>
          </a:p>
          <a:p>
            <a:endParaRPr lang="es-ES" b="1" dirty="0">
              <a:solidFill>
                <a:srgbClr val="000000"/>
              </a:solidFill>
              <a:latin typeface="Bahnschrift Light"/>
              <a:ea typeface="Calibri"/>
              <a:cs typeface="Calibri"/>
            </a:endParaRPr>
          </a:p>
          <a:p>
            <a:endParaRPr lang="es-ES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12" name="Marcador de contenido 3">
            <a:extLst>
              <a:ext uri="{FF2B5EF4-FFF2-40B4-BE49-F238E27FC236}">
                <a16:creationId xmlns:a16="http://schemas.microsoft.com/office/drawing/2014/main" id="{334BF384-FCFB-6647-6BAB-52B3E87C2534}"/>
              </a:ext>
            </a:extLst>
          </p:cNvPr>
          <p:cNvSpPr txBox="1">
            <a:spLocks/>
          </p:cNvSpPr>
          <p:nvPr/>
        </p:nvSpPr>
        <p:spPr>
          <a:xfrm>
            <a:off x="840553" y="1177146"/>
            <a:ext cx="9813247" cy="475848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UY">
                <a:latin typeface="Bahnschrift SemiLight"/>
                <a:ea typeface="Calibri"/>
                <a:cs typeface="Calibri"/>
              </a:rPr>
              <a:t>¿Cómo es la estructura de datos utilizada?</a:t>
            </a:r>
            <a:endParaRPr lang="es-UY" dirty="0">
              <a:latin typeface="Bahnschrift SemiLight"/>
              <a:ea typeface="Calibri"/>
              <a:cs typeface="Calibri"/>
            </a:endParaRPr>
          </a:p>
          <a:p>
            <a:endParaRPr lang="es-UY" dirty="0">
              <a:latin typeface="Bahnschrift SemiLight"/>
              <a:ea typeface="Calibri"/>
              <a:cs typeface="Calibri"/>
            </a:endParaRPr>
          </a:p>
          <a:p>
            <a:r>
              <a:rPr lang="es-UY" dirty="0">
                <a:latin typeface="Bahnschrift SemiLight"/>
                <a:ea typeface="Calibri"/>
                <a:cs typeface="Calibri"/>
              </a:rPr>
              <a:t>¿Cuánta memoria se ocupa, en relación al tamaño de los datos de entrada?</a:t>
            </a:r>
          </a:p>
          <a:p>
            <a:endParaRPr lang="es-UY" dirty="0">
              <a:latin typeface="Bahnschrift SemiLight"/>
              <a:ea typeface="Calibri"/>
              <a:cs typeface="Calibri"/>
            </a:endParaRPr>
          </a:p>
          <a:p>
            <a:endParaRPr lang="es-UY" dirty="0">
              <a:latin typeface="Bahnschrift SemiLight"/>
              <a:ea typeface="Calibri"/>
              <a:cs typeface="Calibri"/>
            </a:endParaRPr>
          </a:p>
          <a:p>
            <a:endParaRPr lang="es-UY" dirty="0">
              <a:solidFill>
                <a:srgbClr val="000000"/>
              </a:solidFill>
              <a:latin typeface="Bahnschrift SemiLight"/>
              <a:ea typeface="Calibri"/>
              <a:cs typeface="Calibri"/>
            </a:endParaRPr>
          </a:p>
          <a:p>
            <a:endParaRPr lang="es-UY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98773720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479F647DA992E4F9E6502F7F62AA886" ma:contentTypeVersion="10" ma:contentTypeDescription="Crear nuevo documento." ma:contentTypeScope="" ma:versionID="74a78bd0289c4c55aaab3959a7798700">
  <xsd:schema xmlns:xsd="http://www.w3.org/2001/XMLSchema" xmlns:xs="http://www.w3.org/2001/XMLSchema" xmlns:p="http://schemas.microsoft.com/office/2006/metadata/properties" xmlns:ns3="486fce30-c809-4ca3-8ba2-3dd222ff0dd6" targetNamespace="http://schemas.microsoft.com/office/2006/metadata/properties" ma:root="true" ma:fieldsID="b854b545e9c7776ea14dc847cadc9b89" ns3:_="">
    <xsd:import namespace="486fce30-c809-4ca3-8ba2-3dd222ff0dd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6fce30-c809-4ca3-8ba2-3dd222ff0dd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86fce30-c809-4ca3-8ba2-3dd222ff0dd6" xsi:nil="true"/>
  </documentManagement>
</p:properties>
</file>

<file path=customXml/itemProps1.xml><?xml version="1.0" encoding="utf-8"?>
<ds:datastoreItem xmlns:ds="http://schemas.openxmlformats.org/officeDocument/2006/customXml" ds:itemID="{3EC13613-1263-4075-A8DF-96C2030A597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2046A83-7520-45DE-98DE-E0E1F1D5BE60}">
  <ds:schemaRefs>
    <ds:schemaRef ds:uri="486fce30-c809-4ca3-8ba2-3dd222ff0dd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F605B9F-77EE-4F24-8533-0AF76EFA88A1}">
  <ds:schemaRefs>
    <ds:schemaRef ds:uri="486fce30-c809-4ca3-8ba2-3dd222ff0dd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59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0" baseType="lpstr">
      <vt:lpstr>Diseño personalizado</vt:lpstr>
      <vt:lpstr>Algoritmos y Estructuras de Datos</vt:lpstr>
      <vt:lpstr>Árboles genéricos y tries  </vt:lpstr>
      <vt:lpstr>Árboles genéricos y tries  </vt:lpstr>
      <vt:lpstr>Árboles </vt:lpstr>
      <vt:lpstr>Un árbol visto recursivamente  </vt:lpstr>
      <vt:lpstr>¿Qué es un Árbol?   </vt:lpstr>
      <vt:lpstr>Terminología de árboles genéricos</vt:lpstr>
      <vt:lpstr>Recorridos de los árboles genéricos</vt:lpstr>
      <vt:lpstr>Recorridos de Arboles genéricos </vt:lpstr>
      <vt:lpstr>Recorrida en Preorden </vt:lpstr>
      <vt:lpstr>Recorrida en Postorden</vt:lpstr>
      <vt:lpstr>Recorrer el siguiente árbol en preorden y postorden </vt:lpstr>
      <vt:lpstr>Representación de árboles genéricos Primer hijo – siguiente hermano / hermano derecho </vt:lpstr>
      <vt:lpstr>Primer hijo – hermano derecho </vt:lpstr>
      <vt:lpstr>Recorridas de árboles genéricos -preorden  </vt:lpstr>
      <vt:lpstr>Recorridas de árboles genéricos -postorden  </vt:lpstr>
      <vt:lpstr>El TDA ARBOL. Operaciones a ser consideradas  </vt:lpstr>
      <vt:lpstr>Búsqueda   </vt:lpstr>
      <vt:lpstr>Caso de Estudio    </vt:lpstr>
      <vt:lpstr>Caso de Estudio - desafíos     </vt:lpstr>
      <vt:lpstr>Caso de Estudio -dificultad con estructuras clásicas      </vt:lpstr>
      <vt:lpstr>Caso de Estudio - Tries      </vt:lpstr>
      <vt:lpstr>Tries       </vt:lpstr>
      <vt:lpstr>Tries       </vt:lpstr>
      <vt:lpstr>Búsqueda – tries como bosques        </vt:lpstr>
      <vt:lpstr>Tries       </vt:lpstr>
      <vt:lpstr>Trie estándar        </vt:lpstr>
      <vt:lpstr>Trie estándar para las palabras:         </vt:lpstr>
      <vt:lpstr>Propiedades estructurales del trie         </vt:lpstr>
      <vt:lpstr>Búsqueda en Tries          </vt:lpstr>
      <vt:lpstr>Búsqueda en trie – palabra completa           </vt:lpstr>
      <vt:lpstr>Búsqueda en trie – palabra completa           </vt:lpstr>
      <vt:lpstr>PowerPoint Presentation</vt:lpstr>
      <vt:lpstr>Búsqueda en trie – palabra completa           </vt:lpstr>
      <vt:lpstr>Búsqueda en tries            </vt:lpstr>
      <vt:lpstr>Inserción en tries             </vt:lpstr>
      <vt:lpstr>Inserción en tries             </vt:lpstr>
      <vt:lpstr>Representación del nodo del trie…?              </vt:lpstr>
      <vt:lpstr>PowerPoint Presentation</vt:lpstr>
      <vt:lpstr>Para cada alfabeto una representación…¿cómo realizamos “obtenerHijo(caracter)”?               </vt:lpstr>
      <vt:lpstr>Representaciones…               </vt:lpstr>
      <vt:lpstr>Búsqueda en tries                </vt:lpstr>
      <vt:lpstr>Inserción en tries                </vt:lpstr>
      <vt:lpstr>Imprimir todas las strings del trie…                 </vt:lpstr>
      <vt:lpstr>Búsqueda de prefijos                </vt:lpstr>
      <vt:lpstr>Búsqueda de prefijos en trie            </vt:lpstr>
      <vt:lpstr>Búsqueda de strings que tengan un cierto prefijo…                 </vt:lpstr>
      <vt:lpstr>Trabajo de aplicación 3                  </vt:lpstr>
      <vt:lpstr>En perspectiva: Métodos de Búsqueda…                   </vt:lpstr>
      <vt:lpstr>¿y cuánta memoria ocupa este trie?                    </vt:lpstr>
      <vt:lpstr>Trie comprimido – “patricia” “Practical Algorithm to Retrieve Information Coded in Alphanumeric”                   </vt:lpstr>
      <vt:lpstr>Trie comprimido – “patricia” </vt:lpstr>
      <vt:lpstr>Trie comprimido – “patricia” ¿cómo sería?  </vt:lpstr>
      <vt:lpstr>Trie comprimido – “patricia” </vt:lpstr>
      <vt:lpstr>PowerPoint Presentation</vt:lpstr>
      <vt:lpstr>“patricia” – representación compacta                      </vt:lpstr>
      <vt:lpstr>Implementaciones de Patricia                      </vt:lpstr>
      <vt:lpstr>Trabajo de Aplicación 4</vt:lpstr>
      <vt:lpstr>TA4 EJERCICIO 1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FIORELLA CRAVERO</dc:creator>
  <cp:revision>1015</cp:revision>
  <dcterms:created xsi:type="dcterms:W3CDTF">2026-03-02T18:54:06Z</dcterms:created>
  <dcterms:modified xsi:type="dcterms:W3CDTF">2026-04-30T22:30:55Z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0x0101009479F647DA992E4F9E6502F7F62AA886</vt:lpwstr>
  </property>
</Properties>
</file>